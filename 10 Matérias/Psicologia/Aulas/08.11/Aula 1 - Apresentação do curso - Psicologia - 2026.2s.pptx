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7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  <p:sldMasterId id="2147483788" r:id="rId2"/>
  </p:sldMasterIdLst>
  <p:notesMasterIdLst>
    <p:notesMasterId r:id="rId16"/>
  </p:notesMasterIdLst>
  <p:handoutMasterIdLst>
    <p:handoutMasterId r:id="rId17"/>
  </p:handoutMasterIdLst>
  <p:sldIdLst>
    <p:sldId id="2569" r:id="rId3"/>
    <p:sldId id="2563" r:id="rId4"/>
    <p:sldId id="2564" r:id="rId5"/>
    <p:sldId id="2571" r:id="rId6"/>
    <p:sldId id="2560" r:id="rId7"/>
    <p:sldId id="2561" r:id="rId8"/>
    <p:sldId id="2573" r:id="rId9"/>
    <p:sldId id="261" r:id="rId10"/>
    <p:sldId id="277" r:id="rId11"/>
    <p:sldId id="2566" r:id="rId12"/>
    <p:sldId id="2567" r:id="rId13"/>
    <p:sldId id="2568" r:id="rId14"/>
    <p:sldId id="2570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4" autoAdjust="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81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C4EB0-AFD4-408C-9A9A-6CB648535A2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04998E4-FB1A-46D9-B355-81D1EF048F97}">
      <dgm:prSet phldrT="[Texto]" custT="1"/>
      <dgm:spPr>
        <a:solidFill>
          <a:schemeClr val="tx1"/>
        </a:solidFill>
      </dgm:spPr>
      <dgm:t>
        <a:bodyPr/>
        <a:lstStyle/>
        <a:p>
          <a:r>
            <a:rPr lang="en-US" sz="2800" b="1" dirty="0" err="1"/>
            <a:t>Avaliação</a:t>
          </a:r>
          <a:r>
            <a:rPr lang="en-US" sz="2800" b="1" dirty="0"/>
            <a:t> I................................................ 30% </a:t>
          </a:r>
          <a:endParaRPr lang="pt-BR" sz="2800" dirty="0"/>
        </a:p>
      </dgm:t>
    </dgm:pt>
    <dgm:pt modelId="{B23F9754-DB9F-4D5B-BA57-4CD15A608BFA}" type="parTrans" cxnId="{F01207A0-34A2-4764-8E3F-5AED7CDDFF67}">
      <dgm:prSet/>
      <dgm:spPr/>
      <dgm:t>
        <a:bodyPr/>
        <a:lstStyle/>
        <a:p>
          <a:endParaRPr lang="pt-BR"/>
        </a:p>
      </dgm:t>
    </dgm:pt>
    <dgm:pt modelId="{F8993AE9-5BE1-404B-9266-D3100DC0F9FC}" type="sibTrans" cxnId="{F01207A0-34A2-4764-8E3F-5AED7CDDFF67}">
      <dgm:prSet/>
      <dgm:spPr/>
      <dgm:t>
        <a:bodyPr/>
        <a:lstStyle/>
        <a:p>
          <a:endParaRPr lang="pt-BR"/>
        </a:p>
      </dgm:t>
    </dgm:pt>
    <dgm:pt modelId="{5A4CBE1D-8D19-46D9-8EBA-6179E62F3985}">
      <dgm:prSet phldrT="[Texto]" custT="1"/>
      <dgm:spPr>
        <a:solidFill>
          <a:schemeClr val="tx1"/>
        </a:solidFill>
      </dgm:spPr>
      <dgm:t>
        <a:bodyPr/>
        <a:lstStyle/>
        <a:p>
          <a:r>
            <a:rPr lang="en-US" sz="2800" b="1" dirty="0" err="1"/>
            <a:t>Avaliação</a:t>
          </a:r>
          <a:r>
            <a:rPr lang="en-US" sz="2800" b="1" dirty="0"/>
            <a:t> II.......</a:t>
          </a:r>
          <a:r>
            <a:rPr lang="pt-BR" sz="2800" b="1" dirty="0"/>
            <a:t>(TM1+TM2+TM3+TM4) 30 % </a:t>
          </a:r>
          <a:endParaRPr lang="pt-BR" sz="2800" dirty="0"/>
        </a:p>
      </dgm:t>
    </dgm:pt>
    <dgm:pt modelId="{E27924D0-A366-423B-A546-2C3CE9A28479}" type="parTrans" cxnId="{E114B153-3FDD-4CAB-BD39-34826ED58383}">
      <dgm:prSet/>
      <dgm:spPr/>
      <dgm:t>
        <a:bodyPr/>
        <a:lstStyle/>
        <a:p>
          <a:endParaRPr lang="pt-BR"/>
        </a:p>
      </dgm:t>
    </dgm:pt>
    <dgm:pt modelId="{5FDC64C7-CC33-4D94-A728-415B937B7486}" type="sibTrans" cxnId="{E114B153-3FDD-4CAB-BD39-34826ED58383}">
      <dgm:prSet/>
      <dgm:spPr/>
      <dgm:t>
        <a:bodyPr/>
        <a:lstStyle/>
        <a:p>
          <a:endParaRPr lang="pt-BR"/>
        </a:p>
      </dgm:t>
    </dgm:pt>
    <dgm:pt modelId="{A6AAAC1F-66F7-4D79-A02B-602A5F21A02A}">
      <dgm:prSet phldrT="[Texto]"/>
      <dgm:spPr>
        <a:solidFill>
          <a:schemeClr val="tx1"/>
        </a:solidFill>
      </dgm:spPr>
      <dgm:t>
        <a:bodyPr/>
        <a:lstStyle/>
        <a:p>
          <a:r>
            <a:rPr lang="en-US" b="1" dirty="0" err="1"/>
            <a:t>Prova</a:t>
          </a:r>
          <a:r>
            <a:rPr lang="en-US" b="1" dirty="0"/>
            <a:t> Final ............................................ 40% </a:t>
          </a:r>
          <a:endParaRPr lang="pt-BR" dirty="0"/>
        </a:p>
      </dgm:t>
    </dgm:pt>
    <dgm:pt modelId="{C66E23BB-6653-462F-8A69-E7D550568117}" type="parTrans" cxnId="{32118B9B-027B-45F6-ACA7-65FAC3453754}">
      <dgm:prSet/>
      <dgm:spPr/>
      <dgm:t>
        <a:bodyPr/>
        <a:lstStyle/>
        <a:p>
          <a:endParaRPr lang="pt-BR"/>
        </a:p>
      </dgm:t>
    </dgm:pt>
    <dgm:pt modelId="{B9CE813D-56D0-4EA3-953C-F252C44DF841}" type="sibTrans" cxnId="{32118B9B-027B-45F6-ACA7-65FAC3453754}">
      <dgm:prSet/>
      <dgm:spPr/>
      <dgm:t>
        <a:bodyPr/>
        <a:lstStyle/>
        <a:p>
          <a:endParaRPr lang="pt-BR"/>
        </a:p>
      </dgm:t>
    </dgm:pt>
    <dgm:pt modelId="{BFFA9CC2-02DE-4C4F-88ED-B9ED9FE8D43E}" type="pres">
      <dgm:prSet presAssocID="{50FC4EB0-AFD4-408C-9A9A-6CB648535A2F}" presName="linear" presStyleCnt="0">
        <dgm:presLayoutVars>
          <dgm:dir/>
          <dgm:animLvl val="lvl"/>
          <dgm:resizeHandles val="exact"/>
        </dgm:presLayoutVars>
      </dgm:prSet>
      <dgm:spPr/>
    </dgm:pt>
    <dgm:pt modelId="{7EB59B1B-BD6F-4C49-9CA1-76FB3D597FAA}" type="pres">
      <dgm:prSet presAssocID="{B04998E4-FB1A-46D9-B355-81D1EF048F97}" presName="parentLin" presStyleCnt="0"/>
      <dgm:spPr/>
    </dgm:pt>
    <dgm:pt modelId="{0E554A09-0B38-475A-B250-B2ECE2E0F285}" type="pres">
      <dgm:prSet presAssocID="{B04998E4-FB1A-46D9-B355-81D1EF048F97}" presName="parentLeftMargin" presStyleLbl="node1" presStyleIdx="0" presStyleCnt="3"/>
      <dgm:spPr/>
    </dgm:pt>
    <dgm:pt modelId="{4AFA968F-FBF9-4B75-AA1D-A67260BAD5D9}" type="pres">
      <dgm:prSet presAssocID="{B04998E4-FB1A-46D9-B355-81D1EF048F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2DF5F7-FE3F-4496-AD97-4EAF44251653}" type="pres">
      <dgm:prSet presAssocID="{B04998E4-FB1A-46D9-B355-81D1EF048F97}" presName="negativeSpace" presStyleCnt="0"/>
      <dgm:spPr/>
    </dgm:pt>
    <dgm:pt modelId="{96EA8C24-714F-4F84-B99B-3E54DF863A93}" type="pres">
      <dgm:prSet presAssocID="{B04998E4-FB1A-46D9-B355-81D1EF048F97}" presName="childText" presStyleLbl="conFgAcc1" presStyleIdx="0" presStyleCnt="3">
        <dgm:presLayoutVars>
          <dgm:bulletEnabled val="1"/>
        </dgm:presLayoutVars>
      </dgm:prSet>
      <dgm:spPr/>
    </dgm:pt>
    <dgm:pt modelId="{E48F3927-A174-49A1-B942-D71C3B4DFA86}" type="pres">
      <dgm:prSet presAssocID="{F8993AE9-5BE1-404B-9266-D3100DC0F9FC}" presName="spaceBetweenRectangles" presStyleCnt="0"/>
      <dgm:spPr/>
    </dgm:pt>
    <dgm:pt modelId="{C2D937B8-DFF0-4F6D-8E31-3F04B75F8024}" type="pres">
      <dgm:prSet presAssocID="{5A4CBE1D-8D19-46D9-8EBA-6179E62F3985}" presName="parentLin" presStyleCnt="0"/>
      <dgm:spPr/>
    </dgm:pt>
    <dgm:pt modelId="{1EB13F94-2A92-439B-8AC6-601B309E273D}" type="pres">
      <dgm:prSet presAssocID="{5A4CBE1D-8D19-46D9-8EBA-6179E62F3985}" presName="parentLeftMargin" presStyleLbl="node1" presStyleIdx="0" presStyleCnt="3"/>
      <dgm:spPr/>
    </dgm:pt>
    <dgm:pt modelId="{3FBF6FDD-8BE3-41FE-B8D4-4899E6BA187E}" type="pres">
      <dgm:prSet presAssocID="{5A4CBE1D-8D19-46D9-8EBA-6179E62F39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23C88B-56CF-4C35-B05A-DEEB81CDE44D}" type="pres">
      <dgm:prSet presAssocID="{5A4CBE1D-8D19-46D9-8EBA-6179E62F3985}" presName="negativeSpace" presStyleCnt="0"/>
      <dgm:spPr/>
    </dgm:pt>
    <dgm:pt modelId="{25E87D5F-9611-4D04-9117-87CED1751541}" type="pres">
      <dgm:prSet presAssocID="{5A4CBE1D-8D19-46D9-8EBA-6179E62F3985}" presName="childText" presStyleLbl="conFgAcc1" presStyleIdx="1" presStyleCnt="3">
        <dgm:presLayoutVars>
          <dgm:bulletEnabled val="1"/>
        </dgm:presLayoutVars>
      </dgm:prSet>
      <dgm:spPr/>
    </dgm:pt>
    <dgm:pt modelId="{65944FF6-48A1-4012-9DB6-E7FB4222CFB3}" type="pres">
      <dgm:prSet presAssocID="{5FDC64C7-CC33-4D94-A728-415B937B7486}" presName="spaceBetweenRectangles" presStyleCnt="0"/>
      <dgm:spPr/>
    </dgm:pt>
    <dgm:pt modelId="{5CB52208-D9DF-4251-B092-42D512CD8399}" type="pres">
      <dgm:prSet presAssocID="{A6AAAC1F-66F7-4D79-A02B-602A5F21A02A}" presName="parentLin" presStyleCnt="0"/>
      <dgm:spPr/>
    </dgm:pt>
    <dgm:pt modelId="{B6662776-6366-4FC0-AC20-BB499704BCA9}" type="pres">
      <dgm:prSet presAssocID="{A6AAAC1F-66F7-4D79-A02B-602A5F21A02A}" presName="parentLeftMargin" presStyleLbl="node1" presStyleIdx="1" presStyleCnt="3"/>
      <dgm:spPr/>
    </dgm:pt>
    <dgm:pt modelId="{9547366E-0D2E-4D03-889E-813BCC13509C}" type="pres">
      <dgm:prSet presAssocID="{A6AAAC1F-66F7-4D79-A02B-602A5F21A02A}" presName="parentText" presStyleLbl="node1" presStyleIdx="2" presStyleCnt="3" custLinFactNeighborX="1701" custLinFactNeighborY="4302">
        <dgm:presLayoutVars>
          <dgm:chMax val="0"/>
          <dgm:bulletEnabled val="1"/>
        </dgm:presLayoutVars>
      </dgm:prSet>
      <dgm:spPr/>
    </dgm:pt>
    <dgm:pt modelId="{E83716B5-67B2-40EB-B218-22E9A487C1BE}" type="pres">
      <dgm:prSet presAssocID="{A6AAAC1F-66F7-4D79-A02B-602A5F21A02A}" presName="negativeSpace" presStyleCnt="0"/>
      <dgm:spPr/>
    </dgm:pt>
    <dgm:pt modelId="{F8F58BCF-0034-4CAD-91E2-F5364DF0916D}" type="pres">
      <dgm:prSet presAssocID="{A6AAAC1F-66F7-4D79-A02B-602A5F21A02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4F4FE0A-6782-4F13-A601-07CE798C6AC2}" type="presOf" srcId="{B04998E4-FB1A-46D9-B355-81D1EF048F97}" destId="{0E554A09-0B38-475A-B250-B2ECE2E0F285}" srcOrd="0" destOrd="0" presId="urn:microsoft.com/office/officeart/2005/8/layout/list1"/>
    <dgm:cxn modelId="{52832A39-4A23-40CA-9420-D90365E41C37}" type="presOf" srcId="{5A4CBE1D-8D19-46D9-8EBA-6179E62F3985}" destId="{1EB13F94-2A92-439B-8AC6-601B309E273D}" srcOrd="0" destOrd="0" presId="urn:microsoft.com/office/officeart/2005/8/layout/list1"/>
    <dgm:cxn modelId="{79132344-A855-4200-B7EB-DF06FE497105}" type="presOf" srcId="{A6AAAC1F-66F7-4D79-A02B-602A5F21A02A}" destId="{B6662776-6366-4FC0-AC20-BB499704BCA9}" srcOrd="0" destOrd="0" presId="urn:microsoft.com/office/officeart/2005/8/layout/list1"/>
    <dgm:cxn modelId="{73C29246-DF76-48A3-909D-995BEFE1E706}" type="presOf" srcId="{B04998E4-FB1A-46D9-B355-81D1EF048F97}" destId="{4AFA968F-FBF9-4B75-AA1D-A67260BAD5D9}" srcOrd="1" destOrd="0" presId="urn:microsoft.com/office/officeart/2005/8/layout/list1"/>
    <dgm:cxn modelId="{E114B153-3FDD-4CAB-BD39-34826ED58383}" srcId="{50FC4EB0-AFD4-408C-9A9A-6CB648535A2F}" destId="{5A4CBE1D-8D19-46D9-8EBA-6179E62F3985}" srcOrd="1" destOrd="0" parTransId="{E27924D0-A366-423B-A546-2C3CE9A28479}" sibTransId="{5FDC64C7-CC33-4D94-A728-415B937B7486}"/>
    <dgm:cxn modelId="{0649F675-1A73-4D9C-8244-F2B560BF67EA}" type="presOf" srcId="{50FC4EB0-AFD4-408C-9A9A-6CB648535A2F}" destId="{BFFA9CC2-02DE-4C4F-88ED-B9ED9FE8D43E}" srcOrd="0" destOrd="0" presId="urn:microsoft.com/office/officeart/2005/8/layout/list1"/>
    <dgm:cxn modelId="{2CE43B58-C1FD-4B4E-B457-362D5E45B500}" type="presOf" srcId="{5A4CBE1D-8D19-46D9-8EBA-6179E62F3985}" destId="{3FBF6FDD-8BE3-41FE-B8D4-4899E6BA187E}" srcOrd="1" destOrd="0" presId="urn:microsoft.com/office/officeart/2005/8/layout/list1"/>
    <dgm:cxn modelId="{32118B9B-027B-45F6-ACA7-65FAC3453754}" srcId="{50FC4EB0-AFD4-408C-9A9A-6CB648535A2F}" destId="{A6AAAC1F-66F7-4D79-A02B-602A5F21A02A}" srcOrd="2" destOrd="0" parTransId="{C66E23BB-6653-462F-8A69-E7D550568117}" sibTransId="{B9CE813D-56D0-4EA3-953C-F252C44DF841}"/>
    <dgm:cxn modelId="{F01207A0-34A2-4764-8E3F-5AED7CDDFF67}" srcId="{50FC4EB0-AFD4-408C-9A9A-6CB648535A2F}" destId="{B04998E4-FB1A-46D9-B355-81D1EF048F97}" srcOrd="0" destOrd="0" parTransId="{B23F9754-DB9F-4D5B-BA57-4CD15A608BFA}" sibTransId="{F8993AE9-5BE1-404B-9266-D3100DC0F9FC}"/>
    <dgm:cxn modelId="{C46B4EEE-E593-442A-84BC-3DA4C39ACF95}" type="presOf" srcId="{A6AAAC1F-66F7-4D79-A02B-602A5F21A02A}" destId="{9547366E-0D2E-4D03-889E-813BCC13509C}" srcOrd="1" destOrd="0" presId="urn:microsoft.com/office/officeart/2005/8/layout/list1"/>
    <dgm:cxn modelId="{877E6D34-81BA-47AF-8481-8005410AD381}" type="presParOf" srcId="{BFFA9CC2-02DE-4C4F-88ED-B9ED9FE8D43E}" destId="{7EB59B1B-BD6F-4C49-9CA1-76FB3D597FAA}" srcOrd="0" destOrd="0" presId="urn:microsoft.com/office/officeart/2005/8/layout/list1"/>
    <dgm:cxn modelId="{E6FF6532-40E4-408D-812F-702994D84B7A}" type="presParOf" srcId="{7EB59B1B-BD6F-4C49-9CA1-76FB3D597FAA}" destId="{0E554A09-0B38-475A-B250-B2ECE2E0F285}" srcOrd="0" destOrd="0" presId="urn:microsoft.com/office/officeart/2005/8/layout/list1"/>
    <dgm:cxn modelId="{17214764-7724-476A-A928-961C52E68EFB}" type="presParOf" srcId="{7EB59B1B-BD6F-4C49-9CA1-76FB3D597FAA}" destId="{4AFA968F-FBF9-4B75-AA1D-A67260BAD5D9}" srcOrd="1" destOrd="0" presId="urn:microsoft.com/office/officeart/2005/8/layout/list1"/>
    <dgm:cxn modelId="{E347143D-B1D3-40EE-ACE3-F706D84D3F7B}" type="presParOf" srcId="{BFFA9CC2-02DE-4C4F-88ED-B9ED9FE8D43E}" destId="{742DF5F7-FE3F-4496-AD97-4EAF44251653}" srcOrd="1" destOrd="0" presId="urn:microsoft.com/office/officeart/2005/8/layout/list1"/>
    <dgm:cxn modelId="{66513B74-9E2C-46C4-9CC5-C809DE9EA8B2}" type="presParOf" srcId="{BFFA9CC2-02DE-4C4F-88ED-B9ED9FE8D43E}" destId="{96EA8C24-714F-4F84-B99B-3E54DF863A93}" srcOrd="2" destOrd="0" presId="urn:microsoft.com/office/officeart/2005/8/layout/list1"/>
    <dgm:cxn modelId="{F569E32D-BFC6-4717-AC5F-E57EC7BB5C75}" type="presParOf" srcId="{BFFA9CC2-02DE-4C4F-88ED-B9ED9FE8D43E}" destId="{E48F3927-A174-49A1-B942-D71C3B4DFA86}" srcOrd="3" destOrd="0" presId="urn:microsoft.com/office/officeart/2005/8/layout/list1"/>
    <dgm:cxn modelId="{2D929DE7-C75D-40E0-8676-3FA8FD76A3E4}" type="presParOf" srcId="{BFFA9CC2-02DE-4C4F-88ED-B9ED9FE8D43E}" destId="{C2D937B8-DFF0-4F6D-8E31-3F04B75F8024}" srcOrd="4" destOrd="0" presId="urn:microsoft.com/office/officeart/2005/8/layout/list1"/>
    <dgm:cxn modelId="{7073C22D-8B69-4C93-B1BB-53C0148BD199}" type="presParOf" srcId="{C2D937B8-DFF0-4F6D-8E31-3F04B75F8024}" destId="{1EB13F94-2A92-439B-8AC6-601B309E273D}" srcOrd="0" destOrd="0" presId="urn:microsoft.com/office/officeart/2005/8/layout/list1"/>
    <dgm:cxn modelId="{D923C327-51C0-49FE-B867-EBCA1C0B899D}" type="presParOf" srcId="{C2D937B8-DFF0-4F6D-8E31-3F04B75F8024}" destId="{3FBF6FDD-8BE3-41FE-B8D4-4899E6BA187E}" srcOrd="1" destOrd="0" presId="urn:microsoft.com/office/officeart/2005/8/layout/list1"/>
    <dgm:cxn modelId="{8A836AB3-35D4-403C-9303-B9E08F7AF2C2}" type="presParOf" srcId="{BFFA9CC2-02DE-4C4F-88ED-B9ED9FE8D43E}" destId="{6923C88B-56CF-4C35-B05A-DEEB81CDE44D}" srcOrd="5" destOrd="0" presId="urn:microsoft.com/office/officeart/2005/8/layout/list1"/>
    <dgm:cxn modelId="{6758ABB2-2674-4A0C-8C8A-DD5C310E41FB}" type="presParOf" srcId="{BFFA9CC2-02DE-4C4F-88ED-B9ED9FE8D43E}" destId="{25E87D5F-9611-4D04-9117-87CED1751541}" srcOrd="6" destOrd="0" presId="urn:microsoft.com/office/officeart/2005/8/layout/list1"/>
    <dgm:cxn modelId="{36B4D25F-3A27-44D7-96AA-27CC2BFB7883}" type="presParOf" srcId="{BFFA9CC2-02DE-4C4F-88ED-B9ED9FE8D43E}" destId="{65944FF6-48A1-4012-9DB6-E7FB4222CFB3}" srcOrd="7" destOrd="0" presId="urn:microsoft.com/office/officeart/2005/8/layout/list1"/>
    <dgm:cxn modelId="{24AF8475-CF37-47A2-A883-6BA7252E035B}" type="presParOf" srcId="{BFFA9CC2-02DE-4C4F-88ED-B9ED9FE8D43E}" destId="{5CB52208-D9DF-4251-B092-42D512CD8399}" srcOrd="8" destOrd="0" presId="urn:microsoft.com/office/officeart/2005/8/layout/list1"/>
    <dgm:cxn modelId="{A0EFC5F8-CF85-4EE1-9170-9945C1E91DB5}" type="presParOf" srcId="{5CB52208-D9DF-4251-B092-42D512CD8399}" destId="{B6662776-6366-4FC0-AC20-BB499704BCA9}" srcOrd="0" destOrd="0" presId="urn:microsoft.com/office/officeart/2005/8/layout/list1"/>
    <dgm:cxn modelId="{89A3EBA5-91CA-4A9D-94FE-2D6C66C9A6E2}" type="presParOf" srcId="{5CB52208-D9DF-4251-B092-42D512CD8399}" destId="{9547366E-0D2E-4D03-889E-813BCC13509C}" srcOrd="1" destOrd="0" presId="urn:microsoft.com/office/officeart/2005/8/layout/list1"/>
    <dgm:cxn modelId="{7B574B9F-6B04-415D-83EF-C6B0E96AA9E3}" type="presParOf" srcId="{BFFA9CC2-02DE-4C4F-88ED-B9ED9FE8D43E}" destId="{E83716B5-67B2-40EB-B218-22E9A487C1BE}" srcOrd="9" destOrd="0" presId="urn:microsoft.com/office/officeart/2005/8/layout/list1"/>
    <dgm:cxn modelId="{19C9B1AF-8721-4160-B369-8F620845ADC9}" type="presParOf" srcId="{BFFA9CC2-02DE-4C4F-88ED-B9ED9FE8D43E}" destId="{F8F58BCF-0034-4CAD-91E2-F5364DF0916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04802A-C3FF-4DC0-84BD-7E6A5C1E8863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A81719D8-24CB-4CB4-8554-81D4F8D8307F}">
      <dgm:prSet phldrT="[Texto]"/>
      <dgm:spPr>
        <a:xfrm>
          <a:off x="3258422" y="409915"/>
          <a:ext cx="3368875" cy="3397266"/>
        </a:xfrm>
        <a:prstGeom prst="pie">
          <a:avLst>
            <a:gd name="adj1" fmla="val 16200000"/>
            <a:gd name="adj2" fmla="val 0"/>
          </a:avLst>
        </a:prstGeom>
        <a:solidFill>
          <a:sysClr val="windowText" lastClr="00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pt-BR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Módulo Psicologia Cognitiva: 2.5 pontos</a:t>
          </a:r>
          <a:endParaRPr lang="en-US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gm:t>
    </dgm:pt>
    <dgm:pt modelId="{BAD0937D-7BA8-4AF6-BCA6-23D9E82E3886}" type="parTrans" cxnId="{46BEFBF8-3E88-49A2-A3B8-683C5189EC09}">
      <dgm:prSet/>
      <dgm:spPr/>
      <dgm:t>
        <a:bodyPr/>
        <a:lstStyle/>
        <a:p>
          <a:endParaRPr lang="en-US"/>
        </a:p>
      </dgm:t>
    </dgm:pt>
    <dgm:pt modelId="{3D273C88-2E1E-4D9C-9BC7-87D5A5F15345}" type="sibTrans" cxnId="{46BEFBF8-3E88-49A2-A3B8-683C5189EC09}">
      <dgm:prSet/>
      <dgm:spPr/>
      <dgm:t>
        <a:bodyPr/>
        <a:lstStyle/>
        <a:p>
          <a:endParaRPr lang="en-US"/>
        </a:p>
      </dgm:t>
    </dgm:pt>
    <dgm:pt modelId="{EE1EB97F-8934-4515-87DE-9D82EA9D598F}">
      <dgm:prSet phldrT="[Texto]"/>
      <dgm:spPr>
        <a:xfrm>
          <a:off x="3279438" y="401722"/>
          <a:ext cx="3347983" cy="3347983"/>
        </a:xfrm>
        <a:prstGeom prst="pie">
          <a:avLst>
            <a:gd name="adj1" fmla="val 5400000"/>
            <a:gd name="adj2" fmla="val 10800000"/>
          </a:avLst>
        </a:prstGeom>
        <a:solidFill>
          <a:sysClr val="windowText" lastClr="00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pt-BR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Módulo Psicanálise: 2.5 pontos</a:t>
          </a:r>
          <a:endParaRPr lang="en-US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gm:t>
    </dgm:pt>
    <dgm:pt modelId="{B3181883-3BFC-4DDA-8CAC-2C704D89C8F7}" type="parTrans" cxnId="{C3F53D2E-228A-4837-980A-4C2FFDAAEA3B}">
      <dgm:prSet/>
      <dgm:spPr/>
      <dgm:t>
        <a:bodyPr/>
        <a:lstStyle/>
        <a:p>
          <a:endParaRPr lang="en-US"/>
        </a:p>
      </dgm:t>
    </dgm:pt>
    <dgm:pt modelId="{8595C066-C686-436D-917A-75C2DA09CFEF}" type="sibTrans" cxnId="{C3F53D2E-228A-4837-980A-4C2FFDAAEA3B}">
      <dgm:prSet/>
      <dgm:spPr/>
      <dgm:t>
        <a:bodyPr/>
        <a:lstStyle/>
        <a:p>
          <a:endParaRPr lang="en-US"/>
        </a:p>
      </dgm:t>
    </dgm:pt>
    <dgm:pt modelId="{BC965A44-646E-4C3A-8415-757DEC178952}">
      <dgm:prSet phldrT="[Texto]" custT="1"/>
      <dgm:spPr>
        <a:xfrm>
          <a:off x="3279438" y="401722"/>
          <a:ext cx="3347983" cy="3347983"/>
        </a:xfrm>
        <a:prstGeom prst="pie">
          <a:avLst>
            <a:gd name="adj1" fmla="val 10800000"/>
            <a:gd name="adj2" fmla="val 16200000"/>
          </a:avLst>
        </a:prstGeom>
        <a:solidFill>
          <a:sysClr val="windowText" lastClr="00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pt-BR" sz="18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Módulo </a:t>
          </a:r>
          <a:r>
            <a:rPr lang="pt-BR" sz="16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Behaviorismo</a:t>
          </a:r>
          <a:r>
            <a:rPr lang="pt-BR" sz="18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: 2.5 pontos</a:t>
          </a:r>
          <a:endParaRPr lang="en-US" sz="1800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gm:t>
    </dgm:pt>
    <dgm:pt modelId="{6834443B-819C-4149-969B-C710BD5C03CD}" type="parTrans" cxnId="{7B20D06E-40A0-463C-BE0A-9B58312D0845}">
      <dgm:prSet/>
      <dgm:spPr/>
      <dgm:t>
        <a:bodyPr/>
        <a:lstStyle/>
        <a:p>
          <a:endParaRPr lang="en-US"/>
        </a:p>
      </dgm:t>
    </dgm:pt>
    <dgm:pt modelId="{92CA4134-68CB-4F71-932C-9B4F8391FFC0}" type="sibTrans" cxnId="{7B20D06E-40A0-463C-BE0A-9B58312D0845}">
      <dgm:prSet/>
      <dgm:spPr/>
      <dgm:t>
        <a:bodyPr/>
        <a:lstStyle/>
        <a:p>
          <a:endParaRPr lang="en-US"/>
        </a:p>
      </dgm:t>
    </dgm:pt>
    <dgm:pt modelId="{69D3AED0-D297-4971-8121-25B952E8E846}">
      <dgm:prSet phldrT="[Texto]" custT="1"/>
      <dgm:spPr>
        <a:xfrm>
          <a:off x="3272842" y="381936"/>
          <a:ext cx="3347983" cy="3347983"/>
        </a:xfrm>
        <a:prstGeom prst="pie">
          <a:avLst>
            <a:gd name="adj1" fmla="val 0"/>
            <a:gd name="adj2" fmla="val 5400000"/>
          </a:avLst>
        </a:prstGeom>
        <a:solidFill>
          <a:srgbClr val="FF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pt-BR" sz="16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Atividades </a:t>
          </a:r>
          <a:r>
            <a:rPr lang="pt-BR" sz="1600" dirty="0" err="1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Dropbox</a:t>
          </a:r>
          <a:r>
            <a:rPr lang="pt-BR" sz="16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: 2.5 pontos</a:t>
          </a:r>
          <a:endParaRPr lang="en-US" sz="1600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gm:t>
    </dgm:pt>
    <dgm:pt modelId="{80932F65-EA16-4CA0-AAD2-CA492F6DA94D}" type="parTrans" cxnId="{61C3F415-191F-48B2-AD00-DDE67BA2CB4B}">
      <dgm:prSet/>
      <dgm:spPr/>
      <dgm:t>
        <a:bodyPr/>
        <a:lstStyle/>
        <a:p>
          <a:endParaRPr lang="en-US"/>
        </a:p>
      </dgm:t>
    </dgm:pt>
    <dgm:pt modelId="{12413B66-0E9F-484C-8307-A8C7FD4432C0}" type="sibTrans" cxnId="{61C3F415-191F-48B2-AD00-DDE67BA2CB4B}">
      <dgm:prSet/>
      <dgm:spPr/>
      <dgm:t>
        <a:bodyPr/>
        <a:lstStyle/>
        <a:p>
          <a:endParaRPr lang="en-US"/>
        </a:p>
      </dgm:t>
    </dgm:pt>
    <dgm:pt modelId="{45DE9973-6859-4D7A-B3E7-83EFA90FC8ED}" type="pres">
      <dgm:prSet presAssocID="{2504802A-C3FF-4DC0-84BD-7E6A5C1E8863}" presName="compositeShape" presStyleCnt="0">
        <dgm:presLayoutVars>
          <dgm:chMax val="7"/>
          <dgm:dir/>
          <dgm:resizeHandles val="exact"/>
        </dgm:presLayoutVars>
      </dgm:prSet>
      <dgm:spPr/>
    </dgm:pt>
    <dgm:pt modelId="{303AEAF1-6E17-4834-A67F-78691264A0E9}" type="pres">
      <dgm:prSet presAssocID="{2504802A-C3FF-4DC0-84BD-7E6A5C1E8863}" presName="wedge1" presStyleLbl="node1" presStyleIdx="0" presStyleCnt="4" custScaleX="100624" custScaleY="101472" custLinFactNeighborX="-4530" custLinFactNeighborY="5195"/>
      <dgm:spPr/>
    </dgm:pt>
    <dgm:pt modelId="{307608BB-8F92-4A1C-89BC-72F35356521D}" type="pres">
      <dgm:prSet presAssocID="{2504802A-C3FF-4DC0-84BD-7E6A5C1E8863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BB23707-45B1-44E5-B55D-C754AC04FDFD}" type="pres">
      <dgm:prSet presAssocID="{2504802A-C3FF-4DC0-84BD-7E6A5C1E8863}" presName="wedge2" presStyleLbl="node1" presStyleIdx="1" presStyleCnt="4" custScaleX="135163" custScaleY="101510" custLinFactNeighborX="-197" custLinFactNeighborY="-591"/>
      <dgm:spPr/>
    </dgm:pt>
    <dgm:pt modelId="{0F30D3D7-F101-4B1F-8643-F229794B092A}" type="pres">
      <dgm:prSet presAssocID="{2504802A-C3FF-4DC0-84BD-7E6A5C1E8863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C7452E2-8CC7-4726-A5E5-1C4BDE3B980A}" type="pres">
      <dgm:prSet presAssocID="{2504802A-C3FF-4DC0-84BD-7E6A5C1E8863}" presName="wedge3" presStyleLbl="node1" presStyleIdx="2" presStyleCnt="4"/>
      <dgm:spPr/>
    </dgm:pt>
    <dgm:pt modelId="{F2E81BC5-361A-4F7F-88BE-4770FAB14B98}" type="pres">
      <dgm:prSet presAssocID="{2504802A-C3FF-4DC0-84BD-7E6A5C1E8863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9DCAFD-1E62-4F0F-82E2-155CE7086063}" type="pres">
      <dgm:prSet presAssocID="{2504802A-C3FF-4DC0-84BD-7E6A5C1E8863}" presName="wedge4" presStyleLbl="node1" presStyleIdx="3" presStyleCnt="4" custScaleX="126138" custScaleY="109669"/>
      <dgm:spPr/>
    </dgm:pt>
    <dgm:pt modelId="{ACD29500-57E5-4E39-9A70-DA97D12263B2}" type="pres">
      <dgm:prSet presAssocID="{2504802A-C3FF-4DC0-84BD-7E6A5C1E8863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1C3F415-191F-48B2-AD00-DDE67BA2CB4B}" srcId="{2504802A-C3FF-4DC0-84BD-7E6A5C1E8863}" destId="{69D3AED0-D297-4971-8121-25B952E8E846}" srcOrd="1" destOrd="0" parTransId="{80932F65-EA16-4CA0-AAD2-CA492F6DA94D}" sibTransId="{12413B66-0E9F-484C-8307-A8C7FD4432C0}"/>
    <dgm:cxn modelId="{C3F53D2E-228A-4837-980A-4C2FFDAAEA3B}" srcId="{2504802A-C3FF-4DC0-84BD-7E6A5C1E8863}" destId="{EE1EB97F-8934-4515-87DE-9D82EA9D598F}" srcOrd="2" destOrd="0" parTransId="{B3181883-3BFC-4DDA-8CAC-2C704D89C8F7}" sibTransId="{8595C066-C686-436D-917A-75C2DA09CFEF}"/>
    <dgm:cxn modelId="{7B20D06E-40A0-463C-BE0A-9B58312D0845}" srcId="{2504802A-C3FF-4DC0-84BD-7E6A5C1E8863}" destId="{BC965A44-646E-4C3A-8415-757DEC178952}" srcOrd="3" destOrd="0" parTransId="{6834443B-819C-4149-969B-C710BD5C03CD}" sibTransId="{92CA4134-68CB-4F71-932C-9B4F8391FFC0}"/>
    <dgm:cxn modelId="{FACFEF6E-BEEE-4308-8B04-87687448D2AD}" type="presOf" srcId="{A81719D8-24CB-4CB4-8554-81D4F8D8307F}" destId="{307608BB-8F92-4A1C-89BC-72F35356521D}" srcOrd="1" destOrd="0" presId="urn:microsoft.com/office/officeart/2005/8/layout/chart3"/>
    <dgm:cxn modelId="{D3CAE351-423A-472F-8CFF-A3907D86ED69}" type="presOf" srcId="{BC965A44-646E-4C3A-8415-757DEC178952}" destId="{4A9DCAFD-1E62-4F0F-82E2-155CE7086063}" srcOrd="0" destOrd="0" presId="urn:microsoft.com/office/officeart/2005/8/layout/chart3"/>
    <dgm:cxn modelId="{A4CA37AC-2DF0-4E8E-AF68-5BE64F1148DE}" type="presOf" srcId="{69D3AED0-D297-4971-8121-25B952E8E846}" destId="{0F30D3D7-F101-4B1F-8643-F229794B092A}" srcOrd="1" destOrd="0" presId="urn:microsoft.com/office/officeart/2005/8/layout/chart3"/>
    <dgm:cxn modelId="{E592A4AC-F5A0-4115-A93E-9521C176259C}" type="presOf" srcId="{2504802A-C3FF-4DC0-84BD-7E6A5C1E8863}" destId="{45DE9973-6859-4D7A-B3E7-83EFA90FC8ED}" srcOrd="0" destOrd="0" presId="urn:microsoft.com/office/officeart/2005/8/layout/chart3"/>
    <dgm:cxn modelId="{6B2EC7B1-8AF8-4FEC-B920-7AFCA2F1A80B}" type="presOf" srcId="{EE1EB97F-8934-4515-87DE-9D82EA9D598F}" destId="{F2E81BC5-361A-4F7F-88BE-4770FAB14B98}" srcOrd="1" destOrd="0" presId="urn:microsoft.com/office/officeart/2005/8/layout/chart3"/>
    <dgm:cxn modelId="{B1416AB6-9DAA-4AD7-ABF9-575B98F4EC29}" type="presOf" srcId="{A81719D8-24CB-4CB4-8554-81D4F8D8307F}" destId="{303AEAF1-6E17-4834-A67F-78691264A0E9}" srcOrd="0" destOrd="0" presId="urn:microsoft.com/office/officeart/2005/8/layout/chart3"/>
    <dgm:cxn modelId="{C62DEFBE-BBE4-4ACC-8AD1-6B19766BC623}" type="presOf" srcId="{EE1EB97F-8934-4515-87DE-9D82EA9D598F}" destId="{5C7452E2-8CC7-4726-A5E5-1C4BDE3B980A}" srcOrd="0" destOrd="0" presId="urn:microsoft.com/office/officeart/2005/8/layout/chart3"/>
    <dgm:cxn modelId="{4CA601DE-3FD0-4FF6-85C9-C683CE82C157}" type="presOf" srcId="{69D3AED0-D297-4971-8121-25B952E8E846}" destId="{EBB23707-45B1-44E5-B55D-C754AC04FDFD}" srcOrd="0" destOrd="0" presId="urn:microsoft.com/office/officeart/2005/8/layout/chart3"/>
    <dgm:cxn modelId="{1E19F8DF-0E18-4C7C-BACB-2274E82F24B6}" type="presOf" srcId="{BC965A44-646E-4C3A-8415-757DEC178952}" destId="{ACD29500-57E5-4E39-9A70-DA97D12263B2}" srcOrd="1" destOrd="0" presId="urn:microsoft.com/office/officeart/2005/8/layout/chart3"/>
    <dgm:cxn modelId="{46BEFBF8-3E88-49A2-A3B8-683C5189EC09}" srcId="{2504802A-C3FF-4DC0-84BD-7E6A5C1E8863}" destId="{A81719D8-24CB-4CB4-8554-81D4F8D8307F}" srcOrd="0" destOrd="0" parTransId="{BAD0937D-7BA8-4AF6-BCA6-23D9E82E3886}" sibTransId="{3D273C88-2E1E-4D9C-9BC7-87D5A5F15345}"/>
    <dgm:cxn modelId="{39DFBA8E-4D61-44F4-B654-E46B06C947B4}" type="presParOf" srcId="{45DE9973-6859-4D7A-B3E7-83EFA90FC8ED}" destId="{303AEAF1-6E17-4834-A67F-78691264A0E9}" srcOrd="0" destOrd="0" presId="urn:microsoft.com/office/officeart/2005/8/layout/chart3"/>
    <dgm:cxn modelId="{15BF63BB-41DD-4E67-8FCF-958F37D6C06E}" type="presParOf" srcId="{45DE9973-6859-4D7A-B3E7-83EFA90FC8ED}" destId="{307608BB-8F92-4A1C-89BC-72F35356521D}" srcOrd="1" destOrd="0" presId="urn:microsoft.com/office/officeart/2005/8/layout/chart3"/>
    <dgm:cxn modelId="{6A515C77-6B9D-439E-B56D-C06759790DB6}" type="presParOf" srcId="{45DE9973-6859-4D7A-B3E7-83EFA90FC8ED}" destId="{EBB23707-45B1-44E5-B55D-C754AC04FDFD}" srcOrd="2" destOrd="0" presId="urn:microsoft.com/office/officeart/2005/8/layout/chart3"/>
    <dgm:cxn modelId="{9B2E0181-CE47-4AC1-A770-FC5C39CC5E70}" type="presParOf" srcId="{45DE9973-6859-4D7A-B3E7-83EFA90FC8ED}" destId="{0F30D3D7-F101-4B1F-8643-F229794B092A}" srcOrd="3" destOrd="0" presId="urn:microsoft.com/office/officeart/2005/8/layout/chart3"/>
    <dgm:cxn modelId="{80763B9F-5FBD-492B-AC08-5A58354A8051}" type="presParOf" srcId="{45DE9973-6859-4D7A-B3E7-83EFA90FC8ED}" destId="{5C7452E2-8CC7-4726-A5E5-1C4BDE3B980A}" srcOrd="4" destOrd="0" presId="urn:microsoft.com/office/officeart/2005/8/layout/chart3"/>
    <dgm:cxn modelId="{491208B0-4113-429A-91D3-ACA5E56938A4}" type="presParOf" srcId="{45DE9973-6859-4D7A-B3E7-83EFA90FC8ED}" destId="{F2E81BC5-361A-4F7F-88BE-4770FAB14B98}" srcOrd="5" destOrd="0" presId="urn:microsoft.com/office/officeart/2005/8/layout/chart3"/>
    <dgm:cxn modelId="{F6A07479-0FE4-4A73-B554-2C5AFF926BDB}" type="presParOf" srcId="{45DE9973-6859-4D7A-B3E7-83EFA90FC8ED}" destId="{4A9DCAFD-1E62-4F0F-82E2-155CE7086063}" srcOrd="6" destOrd="0" presId="urn:microsoft.com/office/officeart/2005/8/layout/chart3"/>
    <dgm:cxn modelId="{B4448E41-DA0B-4EC0-AF9D-3CB15721C226}" type="presParOf" srcId="{45DE9973-6859-4D7A-B3E7-83EFA90FC8ED}" destId="{ACD29500-57E5-4E39-9A70-DA97D12263B2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4D241C-3922-4F35-AFA0-83AD05EF6B5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18A2468-6B88-4A2C-9C9D-58270EF05009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2400" b="1" dirty="0">
              <a:solidFill>
                <a:schemeClr val="tx1"/>
              </a:solidFill>
            </a:rPr>
            <a:t>Todas as atividades devem ser entregues nos prazos prescritos, sem exceção.</a:t>
          </a:r>
          <a:endParaRPr lang="pt-BR" sz="2400" dirty="0">
            <a:solidFill>
              <a:schemeClr val="tx1"/>
            </a:solidFill>
          </a:endParaRPr>
        </a:p>
      </dgm:t>
    </dgm:pt>
    <dgm:pt modelId="{044E65AC-3DF1-401E-937B-0D7F2AFF6357}" type="parTrans" cxnId="{C8E9EF2D-1C48-4F9E-999A-0B13E59BEF7C}">
      <dgm:prSet/>
      <dgm:spPr/>
      <dgm:t>
        <a:bodyPr/>
        <a:lstStyle/>
        <a:p>
          <a:endParaRPr lang="pt-BR"/>
        </a:p>
      </dgm:t>
    </dgm:pt>
    <dgm:pt modelId="{FAB62986-1BFB-4345-A68D-3DD117A6E475}" type="sibTrans" cxnId="{C8E9EF2D-1C48-4F9E-999A-0B13E59BEF7C}">
      <dgm:prSet/>
      <dgm:spPr/>
      <dgm:t>
        <a:bodyPr/>
        <a:lstStyle/>
        <a:p>
          <a:endParaRPr lang="pt-BR"/>
        </a:p>
      </dgm:t>
    </dgm:pt>
    <dgm:pt modelId="{2A34311E-453F-476A-83B4-547354A11562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2000" b="1" dirty="0">
              <a:solidFill>
                <a:schemeClr val="tx1"/>
              </a:solidFill>
            </a:rPr>
            <a:t>O prazo de entrega pode ser negociado. No entanto, quando combinado, não pode ocorrer atrasos.</a:t>
          </a:r>
          <a:endParaRPr lang="pt-BR" sz="2000" dirty="0">
            <a:solidFill>
              <a:schemeClr val="tx1"/>
            </a:solidFill>
          </a:endParaRPr>
        </a:p>
      </dgm:t>
    </dgm:pt>
    <dgm:pt modelId="{7ED48753-BD7A-494E-9C67-78C2C8D9DC99}" type="parTrans" cxnId="{153B1174-6156-4F3B-97C6-5C780CB415F0}">
      <dgm:prSet/>
      <dgm:spPr/>
      <dgm:t>
        <a:bodyPr/>
        <a:lstStyle/>
        <a:p>
          <a:endParaRPr lang="pt-BR"/>
        </a:p>
      </dgm:t>
    </dgm:pt>
    <dgm:pt modelId="{C69EADAD-2F05-4A97-9C45-C122B1E39B38}" type="sibTrans" cxnId="{153B1174-6156-4F3B-97C6-5C780CB415F0}">
      <dgm:prSet/>
      <dgm:spPr/>
      <dgm:t>
        <a:bodyPr/>
        <a:lstStyle/>
        <a:p>
          <a:endParaRPr lang="pt-BR"/>
        </a:p>
      </dgm:t>
    </dgm:pt>
    <dgm:pt modelId="{D142989D-D6AB-41B0-B523-61587D8CFBC8}">
      <dgm:prSet phldrT="[Texto]"/>
      <dgm:spPr>
        <a:solidFill>
          <a:schemeClr val="bg2"/>
        </a:solidFill>
      </dgm:spPr>
      <dgm:t>
        <a:bodyPr/>
        <a:lstStyle/>
        <a:p>
          <a:r>
            <a:rPr lang="pt-BR" b="1" dirty="0">
              <a:solidFill>
                <a:schemeClr val="tx1"/>
              </a:solidFill>
            </a:rPr>
            <a:t>As atividades de Dropbox podem aparecer em qualquer aula e só podem ser realizadas com a presença do aluno em sala de aula.</a:t>
          </a:r>
          <a:endParaRPr lang="pt-BR" dirty="0">
            <a:solidFill>
              <a:schemeClr val="tx1"/>
            </a:solidFill>
          </a:endParaRPr>
        </a:p>
      </dgm:t>
    </dgm:pt>
    <dgm:pt modelId="{F32AE44C-EB0B-474C-84A7-911A51702A29}" type="parTrans" cxnId="{D8521BA3-FCA3-4AAA-940B-B69130742ACC}">
      <dgm:prSet/>
      <dgm:spPr/>
      <dgm:t>
        <a:bodyPr/>
        <a:lstStyle/>
        <a:p>
          <a:endParaRPr lang="pt-BR"/>
        </a:p>
      </dgm:t>
    </dgm:pt>
    <dgm:pt modelId="{4408A898-EC0D-478B-ADC0-B9F4EBC13373}" type="sibTrans" cxnId="{D8521BA3-FCA3-4AAA-940B-B69130742ACC}">
      <dgm:prSet/>
      <dgm:spPr/>
      <dgm:t>
        <a:bodyPr/>
        <a:lstStyle/>
        <a:p>
          <a:endParaRPr lang="pt-BR"/>
        </a:p>
      </dgm:t>
    </dgm:pt>
    <dgm:pt modelId="{AD7732D6-8DAF-41DA-8C81-0FEC810BA9CB}">
      <dgm:prSet phldrT="[Texto]"/>
      <dgm:spPr>
        <a:solidFill>
          <a:schemeClr val="bg2"/>
        </a:solidFill>
      </dgm:spPr>
      <dgm:t>
        <a:bodyPr/>
        <a:lstStyle/>
        <a:p>
          <a:r>
            <a:rPr lang="pt-BR" b="1" dirty="0">
              <a:solidFill>
                <a:schemeClr val="tx1"/>
              </a:solidFill>
            </a:rPr>
            <a:t>A entrega das atividades de Dropbox deve ocorrer com a devida identificação dos membros do grupo.</a:t>
          </a:r>
          <a:endParaRPr lang="pt-BR" dirty="0">
            <a:solidFill>
              <a:schemeClr val="tx1"/>
            </a:solidFill>
          </a:endParaRPr>
        </a:p>
      </dgm:t>
    </dgm:pt>
    <dgm:pt modelId="{44F5BC3A-7DFB-46D7-9933-EB83E0E003B2}" type="parTrans" cxnId="{3D0C62CC-3F12-46C6-A520-B48F644EAC1B}">
      <dgm:prSet/>
      <dgm:spPr/>
      <dgm:t>
        <a:bodyPr/>
        <a:lstStyle/>
        <a:p>
          <a:endParaRPr lang="pt-BR"/>
        </a:p>
      </dgm:t>
    </dgm:pt>
    <dgm:pt modelId="{9FCF41A8-ECC3-418B-AAFA-5B02FDFB906A}" type="sibTrans" cxnId="{3D0C62CC-3F12-46C6-A520-B48F644EAC1B}">
      <dgm:prSet/>
      <dgm:spPr/>
      <dgm:t>
        <a:bodyPr/>
        <a:lstStyle/>
        <a:p>
          <a:endParaRPr lang="pt-BR"/>
        </a:p>
      </dgm:t>
    </dgm:pt>
    <dgm:pt modelId="{8ABA800B-34DC-4901-8E48-350FE778CBD4}" type="pres">
      <dgm:prSet presAssocID="{C14D241C-3922-4F35-AFA0-83AD05EF6B5F}" presName="matrix" presStyleCnt="0">
        <dgm:presLayoutVars>
          <dgm:chMax val="1"/>
          <dgm:dir/>
          <dgm:resizeHandles val="exact"/>
        </dgm:presLayoutVars>
      </dgm:prSet>
      <dgm:spPr/>
    </dgm:pt>
    <dgm:pt modelId="{7793297C-F7B4-486B-ADF2-D0DF2B6D7F84}" type="pres">
      <dgm:prSet presAssocID="{C14D241C-3922-4F35-AFA0-83AD05EF6B5F}" presName="diamond" presStyleLbl="bgShp" presStyleIdx="0" presStyleCnt="1" custLinFactNeighborX="0" custLinFactNeighborY="1383"/>
      <dgm:spPr/>
    </dgm:pt>
    <dgm:pt modelId="{116AB55A-15C6-4278-97AE-0894C6118232}" type="pres">
      <dgm:prSet presAssocID="{C14D241C-3922-4F35-AFA0-83AD05EF6B5F}" presName="quad1" presStyleLbl="node1" presStyleIdx="0" presStyleCnt="4" custLinFactNeighborX="-788" custLinFactNeighborY="-1182">
        <dgm:presLayoutVars>
          <dgm:chMax val="0"/>
          <dgm:chPref val="0"/>
          <dgm:bulletEnabled val="1"/>
        </dgm:presLayoutVars>
      </dgm:prSet>
      <dgm:spPr/>
    </dgm:pt>
    <dgm:pt modelId="{5885B53A-8446-4A90-A0F6-73480C84EC9C}" type="pres">
      <dgm:prSet presAssocID="{C14D241C-3922-4F35-AFA0-83AD05EF6B5F}" presName="quad2" presStyleLbl="node1" presStyleIdx="1" presStyleCnt="4" custLinFactNeighborX="-788" custLinFactNeighborY="-1182">
        <dgm:presLayoutVars>
          <dgm:chMax val="0"/>
          <dgm:chPref val="0"/>
          <dgm:bulletEnabled val="1"/>
        </dgm:presLayoutVars>
      </dgm:prSet>
      <dgm:spPr/>
    </dgm:pt>
    <dgm:pt modelId="{FE179A74-F6B8-46ED-A6AA-FC7C1A0CE724}" type="pres">
      <dgm:prSet presAssocID="{C14D241C-3922-4F35-AFA0-83AD05EF6B5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8D5846D-632E-40A6-A5F4-A5EE3A0CB975}" type="pres">
      <dgm:prSet presAssocID="{C14D241C-3922-4F35-AFA0-83AD05EF6B5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0F5511D-1E23-4255-8E99-68B5A86DD94C}" type="presOf" srcId="{918A2468-6B88-4A2C-9C9D-58270EF05009}" destId="{116AB55A-15C6-4278-97AE-0894C6118232}" srcOrd="0" destOrd="0" presId="urn:microsoft.com/office/officeart/2005/8/layout/matrix3"/>
    <dgm:cxn modelId="{C8E9EF2D-1C48-4F9E-999A-0B13E59BEF7C}" srcId="{C14D241C-3922-4F35-AFA0-83AD05EF6B5F}" destId="{918A2468-6B88-4A2C-9C9D-58270EF05009}" srcOrd="0" destOrd="0" parTransId="{044E65AC-3DF1-401E-937B-0D7F2AFF6357}" sibTransId="{FAB62986-1BFB-4345-A68D-3DD117A6E475}"/>
    <dgm:cxn modelId="{C56FD85D-47AA-42A8-A732-9379BAC304EA}" type="presOf" srcId="{D142989D-D6AB-41B0-B523-61587D8CFBC8}" destId="{FE179A74-F6B8-46ED-A6AA-FC7C1A0CE724}" srcOrd="0" destOrd="0" presId="urn:microsoft.com/office/officeart/2005/8/layout/matrix3"/>
    <dgm:cxn modelId="{153B1174-6156-4F3B-97C6-5C780CB415F0}" srcId="{C14D241C-3922-4F35-AFA0-83AD05EF6B5F}" destId="{2A34311E-453F-476A-83B4-547354A11562}" srcOrd="1" destOrd="0" parTransId="{7ED48753-BD7A-494E-9C67-78C2C8D9DC99}" sibTransId="{C69EADAD-2F05-4A97-9C45-C122B1E39B38}"/>
    <dgm:cxn modelId="{CE9AA05A-65D4-4312-8187-6BB677D75791}" type="presOf" srcId="{AD7732D6-8DAF-41DA-8C81-0FEC810BA9CB}" destId="{E8D5846D-632E-40A6-A5F4-A5EE3A0CB975}" srcOrd="0" destOrd="0" presId="urn:microsoft.com/office/officeart/2005/8/layout/matrix3"/>
    <dgm:cxn modelId="{A355837C-F088-4259-A94C-FA2142251BCE}" type="presOf" srcId="{C14D241C-3922-4F35-AFA0-83AD05EF6B5F}" destId="{8ABA800B-34DC-4901-8E48-350FE778CBD4}" srcOrd="0" destOrd="0" presId="urn:microsoft.com/office/officeart/2005/8/layout/matrix3"/>
    <dgm:cxn modelId="{55CC1196-982A-4985-8937-F40752F84365}" type="presOf" srcId="{2A34311E-453F-476A-83B4-547354A11562}" destId="{5885B53A-8446-4A90-A0F6-73480C84EC9C}" srcOrd="0" destOrd="0" presId="urn:microsoft.com/office/officeart/2005/8/layout/matrix3"/>
    <dgm:cxn modelId="{D8521BA3-FCA3-4AAA-940B-B69130742ACC}" srcId="{C14D241C-3922-4F35-AFA0-83AD05EF6B5F}" destId="{D142989D-D6AB-41B0-B523-61587D8CFBC8}" srcOrd="2" destOrd="0" parTransId="{F32AE44C-EB0B-474C-84A7-911A51702A29}" sibTransId="{4408A898-EC0D-478B-ADC0-B9F4EBC13373}"/>
    <dgm:cxn modelId="{3D0C62CC-3F12-46C6-A520-B48F644EAC1B}" srcId="{C14D241C-3922-4F35-AFA0-83AD05EF6B5F}" destId="{AD7732D6-8DAF-41DA-8C81-0FEC810BA9CB}" srcOrd="3" destOrd="0" parTransId="{44F5BC3A-7DFB-46D7-9933-EB83E0E003B2}" sibTransId="{9FCF41A8-ECC3-418B-AAFA-5B02FDFB906A}"/>
    <dgm:cxn modelId="{6E15EE57-E6E1-46E6-AC0D-A8ED90E06D8C}" type="presParOf" srcId="{8ABA800B-34DC-4901-8E48-350FE778CBD4}" destId="{7793297C-F7B4-486B-ADF2-D0DF2B6D7F84}" srcOrd="0" destOrd="0" presId="urn:microsoft.com/office/officeart/2005/8/layout/matrix3"/>
    <dgm:cxn modelId="{23F5E5D3-F042-42E1-9B07-1F1EA5C38139}" type="presParOf" srcId="{8ABA800B-34DC-4901-8E48-350FE778CBD4}" destId="{116AB55A-15C6-4278-97AE-0894C6118232}" srcOrd="1" destOrd="0" presId="urn:microsoft.com/office/officeart/2005/8/layout/matrix3"/>
    <dgm:cxn modelId="{817978FA-6C47-498A-AF61-5C2FC8A6B526}" type="presParOf" srcId="{8ABA800B-34DC-4901-8E48-350FE778CBD4}" destId="{5885B53A-8446-4A90-A0F6-73480C84EC9C}" srcOrd="2" destOrd="0" presId="urn:microsoft.com/office/officeart/2005/8/layout/matrix3"/>
    <dgm:cxn modelId="{8C420A05-B8C7-4C26-95F7-965EFAE7BB43}" type="presParOf" srcId="{8ABA800B-34DC-4901-8E48-350FE778CBD4}" destId="{FE179A74-F6B8-46ED-A6AA-FC7C1A0CE724}" srcOrd="3" destOrd="0" presId="urn:microsoft.com/office/officeart/2005/8/layout/matrix3"/>
    <dgm:cxn modelId="{A2C02160-8F59-4A66-BD2F-20F4F74AB3DA}" type="presParOf" srcId="{8ABA800B-34DC-4901-8E48-350FE778CBD4}" destId="{E8D5846D-632E-40A6-A5F4-A5EE3A0CB9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62DEA7-9DCD-4B2E-9DC5-BE121C266AF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41CDB9B8-E81E-41E7-AE89-8F6EDFC88D92}">
      <dgm:prSet/>
      <dgm:spPr/>
      <dgm:t>
        <a:bodyPr rtlCol="0" anchor="ctr"/>
        <a:lstStyle/>
        <a:p>
          <a:pPr rtl="0">
            <a:defRPr cap="all"/>
          </a:pPr>
          <a:r>
            <a:rPr lang="pt-BR"/>
            <a:t>exercícios (casos) </a:t>
          </a:r>
          <a:endParaRPr lang="pt-BR" noProof="0"/>
        </a:p>
      </dgm:t>
    </dgm:pt>
    <dgm:pt modelId="{5D2FF527-BA77-40BE-9414-16FAE46386BB}" type="parTrans" cxnId="{21EB7847-13AE-4881-9090-909F31360F4E}">
      <dgm:prSet/>
      <dgm:spPr/>
      <dgm:t>
        <a:bodyPr rtlCol="0"/>
        <a:lstStyle/>
        <a:p>
          <a:pPr rtl="0"/>
          <a:endParaRPr lang="pt-BR" noProof="0" dirty="0"/>
        </a:p>
      </dgm:t>
    </dgm:pt>
    <dgm:pt modelId="{BA791450-8D1E-4A6F-B71D-2984D9E245C4}" type="sibTrans" cxnId="{21EB7847-13AE-4881-9090-909F31360F4E}">
      <dgm:prSet/>
      <dgm:spPr/>
      <dgm:t>
        <a:bodyPr rtlCol="0"/>
        <a:lstStyle/>
        <a:p>
          <a:pPr rtl="0"/>
          <a:endParaRPr lang="pt-BR" noProof="0" dirty="0"/>
        </a:p>
      </dgm:t>
    </dgm:pt>
    <dgm:pt modelId="{4D7D34C7-9466-4514-BF51-7396C17436B5}">
      <dgm:prSet/>
      <dgm:spPr/>
      <dgm:t>
        <a:bodyPr rtlCol="0" anchor="ctr"/>
        <a:lstStyle/>
        <a:p>
          <a:pPr rtl="0">
            <a:defRPr cap="all"/>
          </a:pPr>
          <a:r>
            <a:rPr lang="pt-BR"/>
            <a:t>debates</a:t>
          </a:r>
          <a:endParaRPr lang="pt-BR" noProof="0"/>
        </a:p>
      </dgm:t>
    </dgm:pt>
    <dgm:pt modelId="{37DD6CE0-C2AA-4EB6-9E7D-14AED2127C40}" type="parTrans" cxnId="{7EEBEB1B-497E-4365-84F9-FBB75D7759E5}">
      <dgm:prSet/>
      <dgm:spPr/>
      <dgm:t>
        <a:bodyPr rtlCol="0"/>
        <a:lstStyle/>
        <a:p>
          <a:pPr rtl="0"/>
          <a:endParaRPr lang="pt-BR" noProof="0" dirty="0"/>
        </a:p>
      </dgm:t>
    </dgm:pt>
    <dgm:pt modelId="{483498F9-A0C2-4668-85AB-D8E6E254F73B}" type="sibTrans" cxnId="{7EEBEB1B-497E-4365-84F9-FBB75D7759E5}">
      <dgm:prSet/>
      <dgm:spPr/>
      <dgm:t>
        <a:bodyPr rtlCol="0"/>
        <a:lstStyle/>
        <a:p>
          <a:pPr rtl="0"/>
          <a:endParaRPr lang="pt-BR" noProof="0" dirty="0"/>
        </a:p>
      </dgm:t>
    </dgm:pt>
    <dgm:pt modelId="{8E185869-F0D4-43E2-B08A-2F3E83EE98F3}">
      <dgm:prSet/>
      <dgm:spPr/>
      <dgm:t>
        <a:bodyPr rtlCol="0" anchor="ctr"/>
        <a:lstStyle/>
        <a:p>
          <a:pPr rtl="0">
            <a:defRPr cap="all"/>
          </a:pPr>
          <a:r>
            <a:rPr lang="pt-BR"/>
            <a:t>Aulas expositivas</a:t>
          </a:r>
          <a:endParaRPr lang="pt-BR" noProof="0"/>
        </a:p>
      </dgm:t>
    </dgm:pt>
    <dgm:pt modelId="{7EE27099-92EA-4EDF-B176-0E355876D272}" type="parTrans" cxnId="{7F970F62-30E3-4F5B-A242-825013BF84A8}">
      <dgm:prSet/>
      <dgm:spPr/>
      <dgm:t>
        <a:bodyPr rtlCol="0"/>
        <a:lstStyle/>
        <a:p>
          <a:pPr rtl="0"/>
          <a:endParaRPr lang="pt-BR" noProof="0" dirty="0"/>
        </a:p>
      </dgm:t>
    </dgm:pt>
    <dgm:pt modelId="{77D0876E-2BA2-4E28-ADB5-9885FCB7156A}" type="sibTrans" cxnId="{7F970F62-30E3-4F5B-A242-825013BF84A8}">
      <dgm:prSet/>
      <dgm:spPr/>
      <dgm:t>
        <a:bodyPr rtlCol="0"/>
        <a:lstStyle/>
        <a:p>
          <a:pPr rtl="0"/>
          <a:endParaRPr lang="pt-BR" noProof="0" dirty="0"/>
        </a:p>
      </dgm:t>
    </dgm:pt>
    <dgm:pt modelId="{90E9F8D1-9213-4D3E-8F54-70616B3AE197}" type="pres">
      <dgm:prSet presAssocID="{7B62DEA7-9DCD-4B2E-9DC5-BE121C266AFD}" presName="vert0" presStyleCnt="0">
        <dgm:presLayoutVars>
          <dgm:dir/>
          <dgm:animOne val="branch"/>
          <dgm:animLvl val="lvl"/>
        </dgm:presLayoutVars>
      </dgm:prSet>
      <dgm:spPr/>
    </dgm:pt>
    <dgm:pt modelId="{3DAC2D93-CFCF-4707-B723-60E4AAAEA21E}" type="pres">
      <dgm:prSet presAssocID="{41CDB9B8-E81E-41E7-AE89-8F6EDFC88D92}" presName="thickLine" presStyleLbl="alignNode1" presStyleIdx="0" presStyleCnt="3" custLinFactNeighborX="-9627" custLinFactNeighborY="-8389"/>
      <dgm:spPr/>
    </dgm:pt>
    <dgm:pt modelId="{3E438CC2-15E1-4572-B023-C798FBA30387}" type="pres">
      <dgm:prSet presAssocID="{41CDB9B8-E81E-41E7-AE89-8F6EDFC88D92}" presName="horz1" presStyleCnt="0"/>
      <dgm:spPr/>
    </dgm:pt>
    <dgm:pt modelId="{29F85CA4-3C6F-4640-AB48-08CB2DC80997}" type="pres">
      <dgm:prSet presAssocID="{41CDB9B8-E81E-41E7-AE89-8F6EDFC88D92}" presName="tx1" presStyleLbl="revTx" presStyleIdx="0" presStyleCnt="3"/>
      <dgm:spPr/>
    </dgm:pt>
    <dgm:pt modelId="{9B5F0A37-E555-4DC4-BD6C-D81B49655A34}" type="pres">
      <dgm:prSet presAssocID="{41CDB9B8-E81E-41E7-AE89-8F6EDFC88D92}" presName="vert1" presStyleCnt="0"/>
      <dgm:spPr/>
    </dgm:pt>
    <dgm:pt modelId="{7C907035-5F7B-4918-927B-108EF39FD336}" type="pres">
      <dgm:prSet presAssocID="{4D7D34C7-9466-4514-BF51-7396C17436B5}" presName="thickLine" presStyleLbl="alignNode1" presStyleIdx="1" presStyleCnt="3"/>
      <dgm:spPr/>
    </dgm:pt>
    <dgm:pt modelId="{05F63A7B-A065-4C88-8677-EA2BCBB574A3}" type="pres">
      <dgm:prSet presAssocID="{4D7D34C7-9466-4514-BF51-7396C17436B5}" presName="horz1" presStyleCnt="0"/>
      <dgm:spPr/>
    </dgm:pt>
    <dgm:pt modelId="{9F93C005-2527-4E60-B386-A4E4CD352730}" type="pres">
      <dgm:prSet presAssocID="{4D7D34C7-9466-4514-BF51-7396C17436B5}" presName="tx1" presStyleLbl="revTx" presStyleIdx="1" presStyleCnt="3"/>
      <dgm:spPr/>
    </dgm:pt>
    <dgm:pt modelId="{FBBF69BD-D94D-45B8-8376-742303BEB407}" type="pres">
      <dgm:prSet presAssocID="{4D7D34C7-9466-4514-BF51-7396C17436B5}" presName="vert1" presStyleCnt="0"/>
      <dgm:spPr/>
    </dgm:pt>
    <dgm:pt modelId="{1C9A6201-121E-472B-B165-A8BD131AFF76}" type="pres">
      <dgm:prSet presAssocID="{8E185869-F0D4-43E2-B08A-2F3E83EE98F3}" presName="thickLine" presStyleLbl="alignNode1" presStyleIdx="2" presStyleCnt="3"/>
      <dgm:spPr/>
    </dgm:pt>
    <dgm:pt modelId="{E86A2F33-FF1F-4838-BE6D-F05CEAD284FB}" type="pres">
      <dgm:prSet presAssocID="{8E185869-F0D4-43E2-B08A-2F3E83EE98F3}" presName="horz1" presStyleCnt="0"/>
      <dgm:spPr/>
    </dgm:pt>
    <dgm:pt modelId="{A4662756-E837-40C7-8374-995FEDCB0A3B}" type="pres">
      <dgm:prSet presAssocID="{8E185869-F0D4-43E2-B08A-2F3E83EE98F3}" presName="tx1" presStyleLbl="revTx" presStyleIdx="2" presStyleCnt="3"/>
      <dgm:spPr/>
    </dgm:pt>
    <dgm:pt modelId="{7E6AFBCE-C789-4EF9-9262-9139903EB8A0}" type="pres">
      <dgm:prSet presAssocID="{8E185869-F0D4-43E2-B08A-2F3E83EE98F3}" presName="vert1" presStyleCnt="0"/>
      <dgm:spPr/>
    </dgm:pt>
  </dgm:ptLst>
  <dgm:cxnLst>
    <dgm:cxn modelId="{B6D5CD16-FA48-4BDB-BC37-543D3AF0C7D5}" type="presOf" srcId="{41CDB9B8-E81E-41E7-AE89-8F6EDFC88D92}" destId="{29F85CA4-3C6F-4640-AB48-08CB2DC80997}" srcOrd="0" destOrd="0" presId="urn:microsoft.com/office/officeart/2008/layout/LinedList"/>
    <dgm:cxn modelId="{7EEBEB1B-497E-4365-84F9-FBB75D7759E5}" srcId="{7B62DEA7-9DCD-4B2E-9DC5-BE121C266AFD}" destId="{4D7D34C7-9466-4514-BF51-7396C17436B5}" srcOrd="1" destOrd="0" parTransId="{37DD6CE0-C2AA-4EB6-9E7D-14AED2127C40}" sibTransId="{483498F9-A0C2-4668-85AB-D8E6E254F73B}"/>
    <dgm:cxn modelId="{871AB539-5B48-46DF-B6E3-38449B63E928}" type="presOf" srcId="{4D7D34C7-9466-4514-BF51-7396C17436B5}" destId="{9F93C005-2527-4E60-B386-A4E4CD352730}" srcOrd="0" destOrd="0" presId="urn:microsoft.com/office/officeart/2008/layout/LinedList"/>
    <dgm:cxn modelId="{7F970F62-30E3-4F5B-A242-825013BF84A8}" srcId="{7B62DEA7-9DCD-4B2E-9DC5-BE121C266AFD}" destId="{8E185869-F0D4-43E2-B08A-2F3E83EE98F3}" srcOrd="2" destOrd="0" parTransId="{7EE27099-92EA-4EDF-B176-0E355876D272}" sibTransId="{77D0876E-2BA2-4E28-ADB5-9885FCB7156A}"/>
    <dgm:cxn modelId="{21EB7847-13AE-4881-9090-909F31360F4E}" srcId="{7B62DEA7-9DCD-4B2E-9DC5-BE121C266AFD}" destId="{41CDB9B8-E81E-41E7-AE89-8F6EDFC88D92}" srcOrd="0" destOrd="0" parTransId="{5D2FF527-BA77-40BE-9414-16FAE46386BB}" sibTransId="{BA791450-8D1E-4A6F-B71D-2984D9E245C4}"/>
    <dgm:cxn modelId="{1385377F-CA4D-4C29-A9ED-31694537AA29}" type="presOf" srcId="{8E185869-F0D4-43E2-B08A-2F3E83EE98F3}" destId="{A4662756-E837-40C7-8374-995FEDCB0A3B}" srcOrd="0" destOrd="0" presId="urn:microsoft.com/office/officeart/2008/layout/LinedList"/>
    <dgm:cxn modelId="{620009EB-7F30-453B-8EEB-CC20591A084B}" type="presOf" srcId="{7B62DEA7-9DCD-4B2E-9DC5-BE121C266AFD}" destId="{90E9F8D1-9213-4D3E-8F54-70616B3AE197}" srcOrd="0" destOrd="0" presId="urn:microsoft.com/office/officeart/2008/layout/LinedList"/>
    <dgm:cxn modelId="{6FAB95DB-32E6-4369-8C06-E78AE6CB91B7}" type="presParOf" srcId="{90E9F8D1-9213-4D3E-8F54-70616B3AE197}" destId="{3DAC2D93-CFCF-4707-B723-60E4AAAEA21E}" srcOrd="0" destOrd="0" presId="urn:microsoft.com/office/officeart/2008/layout/LinedList"/>
    <dgm:cxn modelId="{1E0A7262-03F1-49B2-915E-D1BF56A7FE8B}" type="presParOf" srcId="{90E9F8D1-9213-4D3E-8F54-70616B3AE197}" destId="{3E438CC2-15E1-4572-B023-C798FBA30387}" srcOrd="1" destOrd="0" presId="urn:microsoft.com/office/officeart/2008/layout/LinedList"/>
    <dgm:cxn modelId="{EED5E5AA-FCF1-40AF-8D45-681207508771}" type="presParOf" srcId="{3E438CC2-15E1-4572-B023-C798FBA30387}" destId="{29F85CA4-3C6F-4640-AB48-08CB2DC80997}" srcOrd="0" destOrd="0" presId="urn:microsoft.com/office/officeart/2008/layout/LinedList"/>
    <dgm:cxn modelId="{B715DFD6-0358-4F37-A127-3A05CF1D8A39}" type="presParOf" srcId="{3E438CC2-15E1-4572-B023-C798FBA30387}" destId="{9B5F0A37-E555-4DC4-BD6C-D81B49655A34}" srcOrd="1" destOrd="0" presId="urn:microsoft.com/office/officeart/2008/layout/LinedList"/>
    <dgm:cxn modelId="{8EDFF65B-614A-4402-973E-1F09FA7D3750}" type="presParOf" srcId="{90E9F8D1-9213-4D3E-8F54-70616B3AE197}" destId="{7C907035-5F7B-4918-927B-108EF39FD336}" srcOrd="2" destOrd="0" presId="urn:microsoft.com/office/officeart/2008/layout/LinedList"/>
    <dgm:cxn modelId="{E3A3A6D7-E5B2-4932-BB2C-CD7E4EF936B5}" type="presParOf" srcId="{90E9F8D1-9213-4D3E-8F54-70616B3AE197}" destId="{05F63A7B-A065-4C88-8677-EA2BCBB574A3}" srcOrd="3" destOrd="0" presId="urn:microsoft.com/office/officeart/2008/layout/LinedList"/>
    <dgm:cxn modelId="{B9D54777-397B-482E-AD5E-488ACD69FA9C}" type="presParOf" srcId="{05F63A7B-A065-4C88-8677-EA2BCBB574A3}" destId="{9F93C005-2527-4E60-B386-A4E4CD352730}" srcOrd="0" destOrd="0" presId="urn:microsoft.com/office/officeart/2008/layout/LinedList"/>
    <dgm:cxn modelId="{0028E705-4602-461A-8CC2-A3120D61DEF9}" type="presParOf" srcId="{05F63A7B-A065-4C88-8677-EA2BCBB574A3}" destId="{FBBF69BD-D94D-45B8-8376-742303BEB407}" srcOrd="1" destOrd="0" presId="urn:microsoft.com/office/officeart/2008/layout/LinedList"/>
    <dgm:cxn modelId="{5511422B-9EC3-4576-B595-666B1586AA58}" type="presParOf" srcId="{90E9F8D1-9213-4D3E-8F54-70616B3AE197}" destId="{1C9A6201-121E-472B-B165-A8BD131AFF76}" srcOrd="4" destOrd="0" presId="urn:microsoft.com/office/officeart/2008/layout/LinedList"/>
    <dgm:cxn modelId="{882826C6-3004-4C9F-9D36-B0329D23B2AB}" type="presParOf" srcId="{90E9F8D1-9213-4D3E-8F54-70616B3AE197}" destId="{E86A2F33-FF1F-4838-BE6D-F05CEAD284FB}" srcOrd="5" destOrd="0" presId="urn:microsoft.com/office/officeart/2008/layout/LinedList"/>
    <dgm:cxn modelId="{BF2E8AF1-FD97-40E1-8C62-2C1558A26470}" type="presParOf" srcId="{E86A2F33-FF1F-4838-BE6D-F05CEAD284FB}" destId="{A4662756-E837-40C7-8374-995FEDCB0A3B}" srcOrd="0" destOrd="0" presId="urn:microsoft.com/office/officeart/2008/layout/LinedList"/>
    <dgm:cxn modelId="{FAB26151-DF28-42C1-92C6-4A99FF49D5E8}" type="presParOf" srcId="{E86A2F33-FF1F-4838-BE6D-F05CEAD284FB}" destId="{7E6AFBCE-C789-4EF9-9262-9139903EB8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62DEA7-9DCD-4B2E-9DC5-BE121C266AFD}" type="doc">
      <dgm:prSet loTypeId="urn:microsoft.com/office/officeart/2008/layout/VerticalCurvedList" loCatId="list" qsTypeId="urn:microsoft.com/office/officeart/2005/8/quickstyle/simple1" qsCatId="simple" csTypeId="urn:microsoft.com/office/officeart/2018/5/colors/Iconchunking_neutralicon_accent1_2" csCatId="accent1" phldr="1"/>
      <dgm:spPr/>
      <dgm:t>
        <a:bodyPr rtlCol="0"/>
        <a:lstStyle/>
        <a:p>
          <a:pPr rtl="0"/>
          <a:endParaRPr lang="en-US"/>
        </a:p>
      </dgm:t>
    </dgm:pt>
    <dgm:pt modelId="{41CDB9B8-E81E-41E7-AE89-8F6EDFC88D92}">
      <dgm:prSet custT="1"/>
      <dgm:spPr>
        <a:solidFill>
          <a:schemeClr val="tx1"/>
        </a:solidFill>
      </dgm:spPr>
      <dgm:t>
        <a:bodyPr rtlCol="0" anchor="ctr"/>
        <a:lstStyle/>
        <a:p>
          <a:pPr rtl="0">
            <a:defRPr cap="all"/>
          </a:pPr>
          <a:r>
            <a:rPr lang="pt-BR" sz="2400" b="0" dirty="0">
              <a:solidFill>
                <a:schemeClr val="bg1"/>
              </a:solidFill>
            </a:rPr>
            <a:t>Tendo em vista o foco do estudo em torno do ser humano em sua perspectiva psíquica, é importante a manutenção de altos padrões éticos que vão além da relação professor e aluno, incluindo as situações nas quais os futuros administradores de empresas serão demandados a lidar com outros indivíduos. </a:t>
          </a:r>
          <a:endParaRPr lang="pt-BR" sz="2400" b="0" noProof="0" dirty="0">
            <a:solidFill>
              <a:schemeClr val="bg1"/>
            </a:solidFill>
          </a:endParaRPr>
        </a:p>
      </dgm:t>
    </dgm:pt>
    <dgm:pt modelId="{5D2FF527-BA77-40BE-9414-16FAE46386BB}" type="parTrans" cxnId="{21EB7847-13AE-4881-9090-909F31360F4E}">
      <dgm:prSet/>
      <dgm:spPr/>
      <dgm:t>
        <a:bodyPr rtlCol="0"/>
        <a:lstStyle/>
        <a:p>
          <a:pPr rtl="0"/>
          <a:endParaRPr lang="pt-BR" sz="1400" noProof="0" dirty="0"/>
        </a:p>
      </dgm:t>
    </dgm:pt>
    <dgm:pt modelId="{BA791450-8D1E-4A6F-B71D-2984D9E245C4}" type="sibTrans" cxnId="{21EB7847-13AE-4881-9090-909F31360F4E}">
      <dgm:prSet/>
      <dgm:spPr/>
      <dgm:t>
        <a:bodyPr rtlCol="0"/>
        <a:lstStyle/>
        <a:p>
          <a:pPr rtl="0"/>
          <a:endParaRPr lang="pt-BR" noProof="0" dirty="0"/>
        </a:p>
      </dgm:t>
    </dgm:pt>
    <dgm:pt modelId="{4D7D34C7-9466-4514-BF51-7396C17436B5}">
      <dgm:prSet custT="1"/>
      <dgm:spPr>
        <a:solidFill>
          <a:schemeClr val="tx1"/>
        </a:solidFill>
      </dgm:spPr>
      <dgm:t>
        <a:bodyPr rtlCol="0" anchor="ctr"/>
        <a:lstStyle/>
        <a:p>
          <a:pPr rtl="0">
            <a:defRPr cap="all"/>
          </a:pPr>
          <a:r>
            <a:rPr lang="pt-BR" sz="2400" b="0" dirty="0">
              <a:solidFill>
                <a:schemeClr val="bg1"/>
              </a:solidFill>
            </a:rPr>
            <a:t>É responsabilidade de cada estudante respeitar e defender o </a:t>
          </a:r>
          <a:r>
            <a:rPr lang="pt-BR" sz="2400" b="0" i="1" dirty="0">
              <a:solidFill>
                <a:schemeClr val="bg1"/>
              </a:solidFill>
            </a:rPr>
            <a:t>Código de Conduta da Escola</a:t>
          </a:r>
          <a:r>
            <a:rPr lang="pt-BR" sz="2400" b="0" dirty="0">
              <a:solidFill>
                <a:schemeClr val="bg1"/>
              </a:solidFill>
            </a:rPr>
            <a:t>, o qual proíbe qualquer forma de desonestidade acadêmica, como por exemplo, cola ou plágio. Todos os casos de desonestidade acadêmica serão levados ao </a:t>
          </a:r>
          <a:r>
            <a:rPr lang="pt-BR" sz="2400" b="0" i="1" dirty="0">
              <a:solidFill>
                <a:schemeClr val="bg1"/>
              </a:solidFill>
            </a:rPr>
            <a:t>Comitê de Conduta</a:t>
          </a:r>
          <a:r>
            <a:rPr lang="pt-BR" sz="2400" b="0" dirty="0">
              <a:solidFill>
                <a:schemeClr val="bg1"/>
              </a:solidFill>
            </a:rPr>
            <a:t>. </a:t>
          </a:r>
          <a:endParaRPr lang="pt-BR" sz="2400" b="0" noProof="0" dirty="0">
            <a:solidFill>
              <a:schemeClr val="bg1"/>
            </a:solidFill>
          </a:endParaRPr>
        </a:p>
      </dgm:t>
    </dgm:pt>
    <dgm:pt modelId="{37DD6CE0-C2AA-4EB6-9E7D-14AED2127C40}" type="parTrans" cxnId="{7EEBEB1B-497E-4365-84F9-FBB75D7759E5}">
      <dgm:prSet/>
      <dgm:spPr/>
      <dgm:t>
        <a:bodyPr rtlCol="0"/>
        <a:lstStyle/>
        <a:p>
          <a:pPr rtl="0"/>
          <a:endParaRPr lang="pt-BR" sz="1400" noProof="0" dirty="0"/>
        </a:p>
      </dgm:t>
    </dgm:pt>
    <dgm:pt modelId="{483498F9-A0C2-4668-85AB-D8E6E254F73B}" type="sibTrans" cxnId="{7EEBEB1B-497E-4365-84F9-FBB75D7759E5}">
      <dgm:prSet/>
      <dgm:spPr/>
      <dgm:t>
        <a:bodyPr rtlCol="0"/>
        <a:lstStyle/>
        <a:p>
          <a:pPr rtl="0"/>
          <a:endParaRPr lang="pt-BR" noProof="0" dirty="0"/>
        </a:p>
      </dgm:t>
    </dgm:pt>
    <dgm:pt modelId="{804947E5-9ACC-416F-B12C-5E8D1E342FFC}" type="pres">
      <dgm:prSet presAssocID="{7B62DEA7-9DCD-4B2E-9DC5-BE121C266AFD}" presName="Name0" presStyleCnt="0">
        <dgm:presLayoutVars>
          <dgm:chMax val="7"/>
          <dgm:chPref val="7"/>
          <dgm:dir/>
        </dgm:presLayoutVars>
      </dgm:prSet>
      <dgm:spPr/>
    </dgm:pt>
    <dgm:pt modelId="{587B5E1D-0E75-4F44-854F-4E2FC93D13B0}" type="pres">
      <dgm:prSet presAssocID="{7B62DEA7-9DCD-4B2E-9DC5-BE121C266AFD}" presName="Name1" presStyleCnt="0"/>
      <dgm:spPr/>
    </dgm:pt>
    <dgm:pt modelId="{D7EB821A-9A40-4975-B97C-FB06FBDEF0F0}" type="pres">
      <dgm:prSet presAssocID="{7B62DEA7-9DCD-4B2E-9DC5-BE121C266AFD}" presName="cycle" presStyleCnt="0"/>
      <dgm:spPr/>
    </dgm:pt>
    <dgm:pt modelId="{06FA2FF6-4E84-405E-A36A-F25BE5045074}" type="pres">
      <dgm:prSet presAssocID="{7B62DEA7-9DCD-4B2E-9DC5-BE121C266AFD}" presName="srcNode" presStyleLbl="node1" presStyleIdx="0" presStyleCnt="2"/>
      <dgm:spPr/>
    </dgm:pt>
    <dgm:pt modelId="{88C3B4D0-57A0-407B-87F2-AD9BD85D4DE7}" type="pres">
      <dgm:prSet presAssocID="{7B62DEA7-9DCD-4B2E-9DC5-BE121C266AFD}" presName="conn" presStyleLbl="parChTrans1D2" presStyleIdx="0" presStyleCnt="1"/>
      <dgm:spPr/>
    </dgm:pt>
    <dgm:pt modelId="{0C2817A7-AEAB-4CA5-83F7-47B02788855A}" type="pres">
      <dgm:prSet presAssocID="{7B62DEA7-9DCD-4B2E-9DC5-BE121C266AFD}" presName="extraNode" presStyleLbl="node1" presStyleIdx="0" presStyleCnt="2"/>
      <dgm:spPr/>
    </dgm:pt>
    <dgm:pt modelId="{2585EA8F-E3AC-4656-B2D3-4676B23D9E59}" type="pres">
      <dgm:prSet presAssocID="{7B62DEA7-9DCD-4B2E-9DC5-BE121C266AFD}" presName="dstNode" presStyleLbl="node1" presStyleIdx="0" presStyleCnt="2"/>
      <dgm:spPr/>
    </dgm:pt>
    <dgm:pt modelId="{F887C803-1A6D-4297-B616-77D883BCD07E}" type="pres">
      <dgm:prSet presAssocID="{41CDB9B8-E81E-41E7-AE89-8F6EDFC88D92}" presName="text_1" presStyleLbl="node1" presStyleIdx="0" presStyleCnt="2" custScaleX="100482" custScaleY="157727">
        <dgm:presLayoutVars>
          <dgm:bulletEnabled val="1"/>
        </dgm:presLayoutVars>
      </dgm:prSet>
      <dgm:spPr/>
    </dgm:pt>
    <dgm:pt modelId="{1E85D2C4-431B-4DD8-82F1-F3A35093AF7B}" type="pres">
      <dgm:prSet presAssocID="{41CDB9B8-E81E-41E7-AE89-8F6EDFC88D92}" presName="accent_1" presStyleCnt="0"/>
      <dgm:spPr/>
    </dgm:pt>
    <dgm:pt modelId="{055C0670-49B2-4EC8-A0F4-59006CD04165}" type="pres">
      <dgm:prSet presAssocID="{41CDB9B8-E81E-41E7-AE89-8F6EDFC88D92}" presName="accentRepeatNode" presStyleLbl="solidFgAcc1" presStyleIdx="0" presStyleCnt="2"/>
      <dgm:spPr/>
    </dgm:pt>
    <dgm:pt modelId="{0298EAB3-1543-41FD-81C8-9923475DA588}" type="pres">
      <dgm:prSet presAssocID="{4D7D34C7-9466-4514-BF51-7396C17436B5}" presName="text_2" presStyleLbl="node1" presStyleIdx="1" presStyleCnt="2" custScaleX="100723" custScaleY="160365">
        <dgm:presLayoutVars>
          <dgm:bulletEnabled val="1"/>
        </dgm:presLayoutVars>
      </dgm:prSet>
      <dgm:spPr/>
    </dgm:pt>
    <dgm:pt modelId="{735912B6-A1F0-4C3A-8FF9-5F4B015E646E}" type="pres">
      <dgm:prSet presAssocID="{4D7D34C7-9466-4514-BF51-7396C17436B5}" presName="accent_2" presStyleCnt="0"/>
      <dgm:spPr/>
    </dgm:pt>
    <dgm:pt modelId="{ED8AE726-C8D1-42AB-AA94-1DA2AADBD5EA}" type="pres">
      <dgm:prSet presAssocID="{4D7D34C7-9466-4514-BF51-7396C17436B5}" presName="accentRepeatNode" presStyleLbl="solidFgAcc1" presStyleIdx="1" presStyleCnt="2"/>
      <dgm:spPr/>
    </dgm:pt>
  </dgm:ptLst>
  <dgm:cxnLst>
    <dgm:cxn modelId="{7EEBEB1B-497E-4365-84F9-FBB75D7759E5}" srcId="{7B62DEA7-9DCD-4B2E-9DC5-BE121C266AFD}" destId="{4D7D34C7-9466-4514-BF51-7396C17436B5}" srcOrd="1" destOrd="0" parTransId="{37DD6CE0-C2AA-4EB6-9E7D-14AED2127C40}" sibTransId="{483498F9-A0C2-4668-85AB-D8E6E254F73B}"/>
    <dgm:cxn modelId="{2336B060-EB1C-4764-8B13-B062A8ED09AA}" type="presOf" srcId="{BA791450-8D1E-4A6F-B71D-2984D9E245C4}" destId="{88C3B4D0-57A0-407B-87F2-AD9BD85D4DE7}" srcOrd="0" destOrd="0" presId="urn:microsoft.com/office/officeart/2008/layout/VerticalCurvedList"/>
    <dgm:cxn modelId="{21EB7847-13AE-4881-9090-909F31360F4E}" srcId="{7B62DEA7-9DCD-4B2E-9DC5-BE121C266AFD}" destId="{41CDB9B8-E81E-41E7-AE89-8F6EDFC88D92}" srcOrd="0" destOrd="0" parTransId="{5D2FF527-BA77-40BE-9414-16FAE46386BB}" sibTransId="{BA791450-8D1E-4A6F-B71D-2984D9E245C4}"/>
    <dgm:cxn modelId="{3810DB92-524C-4F5E-B2AB-AE284BC6FEAD}" type="presOf" srcId="{4D7D34C7-9466-4514-BF51-7396C17436B5}" destId="{0298EAB3-1543-41FD-81C8-9923475DA588}" srcOrd="0" destOrd="0" presId="urn:microsoft.com/office/officeart/2008/layout/VerticalCurvedList"/>
    <dgm:cxn modelId="{182A15B2-5875-4323-BE9F-C6E65D7BAED8}" type="presOf" srcId="{41CDB9B8-E81E-41E7-AE89-8F6EDFC88D92}" destId="{F887C803-1A6D-4297-B616-77D883BCD07E}" srcOrd="0" destOrd="0" presId="urn:microsoft.com/office/officeart/2008/layout/VerticalCurvedList"/>
    <dgm:cxn modelId="{5957B0E8-05EF-43B3-897B-D86DB3AA77C3}" type="presOf" srcId="{7B62DEA7-9DCD-4B2E-9DC5-BE121C266AFD}" destId="{804947E5-9ACC-416F-B12C-5E8D1E342FFC}" srcOrd="0" destOrd="0" presId="urn:microsoft.com/office/officeart/2008/layout/VerticalCurvedList"/>
    <dgm:cxn modelId="{E8104348-0EB7-4D99-AF4C-382BF5ADC438}" type="presParOf" srcId="{804947E5-9ACC-416F-B12C-5E8D1E342FFC}" destId="{587B5E1D-0E75-4F44-854F-4E2FC93D13B0}" srcOrd="0" destOrd="0" presId="urn:microsoft.com/office/officeart/2008/layout/VerticalCurvedList"/>
    <dgm:cxn modelId="{AF8D2277-2DEC-4EA1-954B-F2937186BC24}" type="presParOf" srcId="{587B5E1D-0E75-4F44-854F-4E2FC93D13B0}" destId="{D7EB821A-9A40-4975-B97C-FB06FBDEF0F0}" srcOrd="0" destOrd="0" presId="urn:microsoft.com/office/officeart/2008/layout/VerticalCurvedList"/>
    <dgm:cxn modelId="{537B7EEA-3A26-4F0A-8CF9-1B00CB897DD4}" type="presParOf" srcId="{D7EB821A-9A40-4975-B97C-FB06FBDEF0F0}" destId="{06FA2FF6-4E84-405E-A36A-F25BE5045074}" srcOrd="0" destOrd="0" presId="urn:microsoft.com/office/officeart/2008/layout/VerticalCurvedList"/>
    <dgm:cxn modelId="{54617236-A5AC-4849-836B-A343D6E312DD}" type="presParOf" srcId="{D7EB821A-9A40-4975-B97C-FB06FBDEF0F0}" destId="{88C3B4D0-57A0-407B-87F2-AD9BD85D4DE7}" srcOrd="1" destOrd="0" presId="urn:microsoft.com/office/officeart/2008/layout/VerticalCurvedList"/>
    <dgm:cxn modelId="{821752E0-6AE2-4FC7-B174-B68058FDFAF8}" type="presParOf" srcId="{D7EB821A-9A40-4975-B97C-FB06FBDEF0F0}" destId="{0C2817A7-AEAB-4CA5-83F7-47B02788855A}" srcOrd="2" destOrd="0" presId="urn:microsoft.com/office/officeart/2008/layout/VerticalCurvedList"/>
    <dgm:cxn modelId="{F1D3C366-1AAF-4BA5-8B9D-2DB12C067B9D}" type="presParOf" srcId="{D7EB821A-9A40-4975-B97C-FB06FBDEF0F0}" destId="{2585EA8F-E3AC-4656-B2D3-4676B23D9E59}" srcOrd="3" destOrd="0" presId="urn:microsoft.com/office/officeart/2008/layout/VerticalCurvedList"/>
    <dgm:cxn modelId="{F8EFCA67-9BDC-40A7-BAF9-098F9880AE90}" type="presParOf" srcId="{587B5E1D-0E75-4F44-854F-4E2FC93D13B0}" destId="{F887C803-1A6D-4297-B616-77D883BCD07E}" srcOrd="1" destOrd="0" presId="urn:microsoft.com/office/officeart/2008/layout/VerticalCurvedList"/>
    <dgm:cxn modelId="{75D075E0-7B55-48FC-9709-DC9A79F7B18E}" type="presParOf" srcId="{587B5E1D-0E75-4F44-854F-4E2FC93D13B0}" destId="{1E85D2C4-431B-4DD8-82F1-F3A35093AF7B}" srcOrd="2" destOrd="0" presId="urn:microsoft.com/office/officeart/2008/layout/VerticalCurvedList"/>
    <dgm:cxn modelId="{87C6666F-D88F-40E6-B44A-250A46CA9845}" type="presParOf" srcId="{1E85D2C4-431B-4DD8-82F1-F3A35093AF7B}" destId="{055C0670-49B2-4EC8-A0F4-59006CD04165}" srcOrd="0" destOrd="0" presId="urn:microsoft.com/office/officeart/2008/layout/VerticalCurvedList"/>
    <dgm:cxn modelId="{7B885635-B858-426C-9E2F-736CF4817232}" type="presParOf" srcId="{587B5E1D-0E75-4F44-854F-4E2FC93D13B0}" destId="{0298EAB3-1543-41FD-81C8-9923475DA588}" srcOrd="3" destOrd="0" presId="urn:microsoft.com/office/officeart/2008/layout/VerticalCurvedList"/>
    <dgm:cxn modelId="{40A16218-4299-49D4-B5E8-C69350B7C13E}" type="presParOf" srcId="{587B5E1D-0E75-4F44-854F-4E2FC93D13B0}" destId="{735912B6-A1F0-4C3A-8FF9-5F4B015E646E}" srcOrd="4" destOrd="0" presId="urn:microsoft.com/office/officeart/2008/layout/VerticalCurvedList"/>
    <dgm:cxn modelId="{28114F6A-CD81-45F4-8A97-0C3F593E7E6E}" type="presParOf" srcId="{735912B6-A1F0-4C3A-8FF9-5F4B015E646E}" destId="{ED8AE726-C8D1-42AB-AA94-1DA2AADBD5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A8C24-714F-4F84-B99B-3E54DF863A93}">
      <dsp:nvSpPr>
        <dsp:cNvPr id="0" name=""/>
        <dsp:cNvSpPr/>
      </dsp:nvSpPr>
      <dsp:spPr>
        <a:xfrm>
          <a:off x="0" y="497136"/>
          <a:ext cx="11198225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A968F-FBF9-4B75-AA1D-A67260BAD5D9}">
      <dsp:nvSpPr>
        <dsp:cNvPr id="0" name=""/>
        <dsp:cNvSpPr/>
      </dsp:nvSpPr>
      <dsp:spPr>
        <a:xfrm>
          <a:off x="559911" y="54336"/>
          <a:ext cx="7838757" cy="885600"/>
        </a:xfrm>
        <a:prstGeom prst="roundRect">
          <a:avLst/>
        </a:prstGeom>
        <a:solidFill>
          <a:schemeClr val="tx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286" tIns="0" rIns="29628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Avaliação</a:t>
          </a:r>
          <a:r>
            <a:rPr lang="en-US" sz="2800" b="1" kern="1200" dirty="0"/>
            <a:t> I................................................ 30% </a:t>
          </a:r>
          <a:endParaRPr lang="pt-BR" sz="2800" kern="1200" dirty="0"/>
        </a:p>
      </dsp:txBody>
      <dsp:txXfrm>
        <a:off x="603142" y="97567"/>
        <a:ext cx="7752295" cy="799138"/>
      </dsp:txXfrm>
    </dsp:sp>
    <dsp:sp modelId="{25E87D5F-9611-4D04-9117-87CED1751541}">
      <dsp:nvSpPr>
        <dsp:cNvPr id="0" name=""/>
        <dsp:cNvSpPr/>
      </dsp:nvSpPr>
      <dsp:spPr>
        <a:xfrm>
          <a:off x="0" y="1857937"/>
          <a:ext cx="11198225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F6FDD-8BE3-41FE-B8D4-4899E6BA187E}">
      <dsp:nvSpPr>
        <dsp:cNvPr id="0" name=""/>
        <dsp:cNvSpPr/>
      </dsp:nvSpPr>
      <dsp:spPr>
        <a:xfrm>
          <a:off x="559911" y="1415137"/>
          <a:ext cx="7838757" cy="885600"/>
        </a:xfrm>
        <a:prstGeom prst="roundRect">
          <a:avLst/>
        </a:prstGeom>
        <a:solidFill>
          <a:schemeClr val="tx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286" tIns="0" rIns="29628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Avaliação</a:t>
          </a:r>
          <a:r>
            <a:rPr lang="en-US" sz="2800" b="1" kern="1200" dirty="0"/>
            <a:t> II.......</a:t>
          </a:r>
          <a:r>
            <a:rPr lang="pt-BR" sz="2800" b="1" kern="1200" dirty="0"/>
            <a:t>(TM1+TM2+TM3+TM4) 30 % </a:t>
          </a:r>
          <a:endParaRPr lang="pt-BR" sz="2800" kern="1200" dirty="0"/>
        </a:p>
      </dsp:txBody>
      <dsp:txXfrm>
        <a:off x="603142" y="1458368"/>
        <a:ext cx="7752295" cy="799138"/>
      </dsp:txXfrm>
    </dsp:sp>
    <dsp:sp modelId="{F8F58BCF-0034-4CAD-91E2-F5364DF0916D}">
      <dsp:nvSpPr>
        <dsp:cNvPr id="0" name=""/>
        <dsp:cNvSpPr/>
      </dsp:nvSpPr>
      <dsp:spPr>
        <a:xfrm>
          <a:off x="0" y="3218737"/>
          <a:ext cx="11198225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7366E-0D2E-4D03-889E-813BCC13509C}">
      <dsp:nvSpPr>
        <dsp:cNvPr id="0" name=""/>
        <dsp:cNvSpPr/>
      </dsp:nvSpPr>
      <dsp:spPr>
        <a:xfrm>
          <a:off x="569435" y="2814035"/>
          <a:ext cx="7838757" cy="885600"/>
        </a:xfrm>
        <a:prstGeom prst="roundRect">
          <a:avLst/>
        </a:prstGeom>
        <a:solidFill>
          <a:schemeClr val="tx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286" tIns="0" rIns="29628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 err="1"/>
            <a:t>Prova</a:t>
          </a:r>
          <a:r>
            <a:rPr lang="en-US" sz="3000" b="1" kern="1200" dirty="0"/>
            <a:t> Final ............................................ 40% </a:t>
          </a:r>
          <a:endParaRPr lang="pt-BR" sz="3000" kern="1200" dirty="0"/>
        </a:p>
      </dsp:txBody>
      <dsp:txXfrm>
        <a:off x="612666" y="2857266"/>
        <a:ext cx="7752295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3AEAF1-6E17-4834-A67F-78691264A0E9}">
      <dsp:nvSpPr>
        <dsp:cNvPr id="0" name=""/>
        <dsp:cNvSpPr/>
      </dsp:nvSpPr>
      <dsp:spPr>
        <a:xfrm>
          <a:off x="3290080" y="426831"/>
          <a:ext cx="4370815" cy="4407649"/>
        </a:xfrm>
        <a:prstGeom prst="pie">
          <a:avLst>
            <a:gd name="adj1" fmla="val 16200000"/>
            <a:gd name="adj2" fmla="val 0"/>
          </a:avLst>
        </a:prstGeom>
        <a:solidFill>
          <a:sysClr val="windowText" lastClr="00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Módulo Psicologia Cognitiva: 2.5 pontos</a:t>
          </a:r>
          <a:endParaRPr lang="en-US" sz="1600" kern="1200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sp:txBody>
      <dsp:txXfrm>
        <a:off x="5761663" y="1434355"/>
        <a:ext cx="1140590" cy="927582"/>
      </dsp:txXfrm>
    </dsp:sp>
    <dsp:sp modelId="{EBB23707-45B1-44E5-B55D-C754AC04FDFD}">
      <dsp:nvSpPr>
        <dsp:cNvPr id="0" name=""/>
        <dsp:cNvSpPr/>
      </dsp:nvSpPr>
      <dsp:spPr>
        <a:xfrm>
          <a:off x="2545099" y="357735"/>
          <a:ext cx="5871089" cy="4409300"/>
        </a:xfrm>
        <a:prstGeom prst="pie">
          <a:avLst>
            <a:gd name="adj1" fmla="val 0"/>
            <a:gd name="adj2" fmla="val 5400000"/>
          </a:avLst>
        </a:prstGeom>
        <a:solidFill>
          <a:srgbClr val="FF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Atividades </a:t>
          </a:r>
          <a:r>
            <a:rPr lang="pt-BR" sz="1600" kern="1200" dirty="0" err="1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Dropbox</a:t>
          </a:r>
          <a:r>
            <a:rPr lang="pt-BR" sz="1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: 2.5 pontos</a:t>
          </a:r>
          <a:endParaRPr lang="en-US" sz="1600" kern="1200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sp:txBody>
      <dsp:txXfrm>
        <a:off x="5902792" y="2833303"/>
        <a:ext cx="1532097" cy="927929"/>
      </dsp:txXfrm>
    </dsp:sp>
    <dsp:sp modelId="{5C7452E2-8CC7-4726-A5E5-1C4BDE3B980A}">
      <dsp:nvSpPr>
        <dsp:cNvPr id="0" name=""/>
        <dsp:cNvSpPr/>
      </dsp:nvSpPr>
      <dsp:spPr>
        <a:xfrm>
          <a:off x="3317346" y="416201"/>
          <a:ext cx="4343710" cy="4343710"/>
        </a:xfrm>
        <a:prstGeom prst="pie">
          <a:avLst>
            <a:gd name="adj1" fmla="val 5400000"/>
            <a:gd name="adj2" fmla="val 10800000"/>
          </a:avLst>
        </a:prstGeom>
        <a:solidFill>
          <a:sysClr val="windowText" lastClr="00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Módulo Psicanálise: 2.5 pontos</a:t>
          </a:r>
          <a:endParaRPr lang="en-US" sz="1600" kern="1200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sp:txBody>
      <dsp:txXfrm>
        <a:off x="4043358" y="2854944"/>
        <a:ext cx="1133518" cy="914126"/>
      </dsp:txXfrm>
    </dsp:sp>
    <dsp:sp modelId="{4A9DCAFD-1E62-4F0F-82E2-155CE7086063}">
      <dsp:nvSpPr>
        <dsp:cNvPr id="0" name=""/>
        <dsp:cNvSpPr/>
      </dsp:nvSpPr>
      <dsp:spPr>
        <a:xfrm>
          <a:off x="2749666" y="206204"/>
          <a:ext cx="5479069" cy="4763703"/>
        </a:xfrm>
        <a:prstGeom prst="pie">
          <a:avLst>
            <a:gd name="adj1" fmla="val 10800000"/>
            <a:gd name="adj2" fmla="val 16200000"/>
          </a:avLst>
        </a:prstGeom>
        <a:solidFill>
          <a:sysClr val="windowText" lastClr="00000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Módulo </a:t>
          </a:r>
          <a:r>
            <a:rPr lang="pt-BR" sz="1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Behaviorismo</a:t>
          </a:r>
          <a:r>
            <a:rPr lang="pt-BR" sz="18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: 2.5 pontos</a:t>
          </a:r>
          <a:endParaRPr lang="en-US" sz="1800" kern="1200" dirty="0">
            <a:solidFill>
              <a:sysClr val="window" lastClr="FFFFFF"/>
            </a:solidFill>
            <a:latin typeface="Trebuchet MS" panose="020B0603020202020204"/>
            <a:ea typeface="+mn-ea"/>
            <a:cs typeface="+mn-cs"/>
          </a:endParaRPr>
        </a:p>
      </dsp:txBody>
      <dsp:txXfrm>
        <a:off x="3665443" y="1292848"/>
        <a:ext cx="1429797" cy="10025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3297C-F7B4-486B-ADF2-D0DF2B6D7F84}">
      <dsp:nvSpPr>
        <dsp:cNvPr id="0" name=""/>
        <dsp:cNvSpPr/>
      </dsp:nvSpPr>
      <dsp:spPr>
        <a:xfrm>
          <a:off x="3181350" y="0"/>
          <a:ext cx="6010274" cy="6010274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AB55A-15C6-4278-97AE-0894C6118232}">
      <dsp:nvSpPr>
        <dsp:cNvPr id="0" name=""/>
        <dsp:cNvSpPr/>
      </dsp:nvSpPr>
      <dsp:spPr>
        <a:xfrm>
          <a:off x="3733855" y="543269"/>
          <a:ext cx="2344007" cy="2344007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tx1"/>
              </a:solidFill>
            </a:rPr>
            <a:t>Todas as atividades devem ser entregues nos prazos prescritos, sem exceção.</a:t>
          </a:r>
          <a:endParaRPr lang="pt-BR" sz="2400" kern="1200" dirty="0">
            <a:solidFill>
              <a:schemeClr val="tx1"/>
            </a:solidFill>
          </a:endParaRPr>
        </a:p>
      </dsp:txBody>
      <dsp:txXfrm>
        <a:off x="3848280" y="657694"/>
        <a:ext cx="2115157" cy="2115157"/>
      </dsp:txXfrm>
    </dsp:sp>
    <dsp:sp modelId="{5885B53A-8446-4A90-A0F6-73480C84EC9C}">
      <dsp:nvSpPr>
        <dsp:cNvPr id="0" name=""/>
        <dsp:cNvSpPr/>
      </dsp:nvSpPr>
      <dsp:spPr>
        <a:xfrm>
          <a:off x="6258170" y="543269"/>
          <a:ext cx="2344007" cy="2344007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solidFill>
                <a:schemeClr val="tx1"/>
              </a:solidFill>
            </a:rPr>
            <a:t>O prazo de entrega pode ser negociado. No entanto, quando combinado, não pode ocorrer atrasos.</a:t>
          </a:r>
          <a:endParaRPr lang="pt-BR" sz="2000" kern="1200" dirty="0">
            <a:solidFill>
              <a:schemeClr val="tx1"/>
            </a:solidFill>
          </a:endParaRPr>
        </a:p>
      </dsp:txBody>
      <dsp:txXfrm>
        <a:off x="6372595" y="657694"/>
        <a:ext cx="2115157" cy="2115157"/>
      </dsp:txXfrm>
    </dsp:sp>
    <dsp:sp modelId="{FE179A74-F6B8-46ED-A6AA-FC7C1A0CE724}">
      <dsp:nvSpPr>
        <dsp:cNvPr id="0" name=""/>
        <dsp:cNvSpPr/>
      </dsp:nvSpPr>
      <dsp:spPr>
        <a:xfrm>
          <a:off x="3752326" y="3095291"/>
          <a:ext cx="2344007" cy="2344007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solidFill>
                <a:schemeClr val="tx1"/>
              </a:solidFill>
            </a:rPr>
            <a:t>As atividades de Dropbox podem aparecer em qualquer aula e só podem ser realizadas com a presença do aluno em sala de aula.</a:t>
          </a:r>
          <a:endParaRPr lang="pt-BR" sz="1900" kern="1200" dirty="0">
            <a:solidFill>
              <a:schemeClr val="tx1"/>
            </a:solidFill>
          </a:endParaRPr>
        </a:p>
      </dsp:txBody>
      <dsp:txXfrm>
        <a:off x="3866751" y="3209716"/>
        <a:ext cx="2115157" cy="2115157"/>
      </dsp:txXfrm>
    </dsp:sp>
    <dsp:sp modelId="{E8D5846D-632E-40A6-A5F4-A5EE3A0CB975}">
      <dsp:nvSpPr>
        <dsp:cNvPr id="0" name=""/>
        <dsp:cNvSpPr/>
      </dsp:nvSpPr>
      <dsp:spPr>
        <a:xfrm>
          <a:off x="6276641" y="3095291"/>
          <a:ext cx="2344007" cy="2344007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solidFill>
                <a:schemeClr val="tx1"/>
              </a:solidFill>
            </a:rPr>
            <a:t>A entrega das atividades de Dropbox deve ocorrer com a devida identificação dos membros do grupo.</a:t>
          </a:r>
          <a:endParaRPr lang="pt-BR" sz="1900" kern="1200" dirty="0">
            <a:solidFill>
              <a:schemeClr val="tx1"/>
            </a:solidFill>
          </a:endParaRPr>
        </a:p>
      </dsp:txBody>
      <dsp:txXfrm>
        <a:off x="6391066" y="3209716"/>
        <a:ext cx="2115157" cy="21151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C2D93-CFCF-4707-B723-60E4AAAEA21E}">
      <dsp:nvSpPr>
        <dsp:cNvPr id="0" name=""/>
        <dsp:cNvSpPr/>
      </dsp:nvSpPr>
      <dsp:spPr>
        <a:xfrm>
          <a:off x="0" y="0"/>
          <a:ext cx="10553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F85CA4-3C6F-4640-AB48-08CB2DC80997}">
      <dsp:nvSpPr>
        <dsp:cNvPr id="0" name=""/>
        <dsp:cNvSpPr/>
      </dsp:nvSpPr>
      <dsp:spPr>
        <a:xfrm>
          <a:off x="0" y="1775"/>
          <a:ext cx="10553700" cy="1211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rtlCol="0" anchor="ctr" anchorCtr="0">
          <a:noAutofit/>
        </a:bodyPr>
        <a:lstStyle/>
        <a:p>
          <a:pPr marL="0" lvl="0" indent="0" algn="l" defTabSz="2578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5800" kern="1200"/>
            <a:t>exercícios (casos) </a:t>
          </a:r>
          <a:endParaRPr lang="pt-BR" sz="5800" kern="1200" noProof="0"/>
        </a:p>
      </dsp:txBody>
      <dsp:txXfrm>
        <a:off x="0" y="1775"/>
        <a:ext cx="10553700" cy="1211137"/>
      </dsp:txXfrm>
    </dsp:sp>
    <dsp:sp modelId="{7C907035-5F7B-4918-927B-108EF39FD336}">
      <dsp:nvSpPr>
        <dsp:cNvPr id="0" name=""/>
        <dsp:cNvSpPr/>
      </dsp:nvSpPr>
      <dsp:spPr>
        <a:xfrm>
          <a:off x="0" y="1212912"/>
          <a:ext cx="105537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93C005-2527-4E60-B386-A4E4CD352730}">
      <dsp:nvSpPr>
        <dsp:cNvPr id="0" name=""/>
        <dsp:cNvSpPr/>
      </dsp:nvSpPr>
      <dsp:spPr>
        <a:xfrm>
          <a:off x="0" y="1212912"/>
          <a:ext cx="10553700" cy="1211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rtlCol="0" anchor="ctr" anchorCtr="0">
          <a:noAutofit/>
        </a:bodyPr>
        <a:lstStyle/>
        <a:p>
          <a:pPr marL="0" lvl="0" indent="0" algn="l" defTabSz="2578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5800" kern="1200"/>
            <a:t>debates</a:t>
          </a:r>
          <a:endParaRPr lang="pt-BR" sz="5800" kern="1200" noProof="0"/>
        </a:p>
      </dsp:txBody>
      <dsp:txXfrm>
        <a:off x="0" y="1212912"/>
        <a:ext cx="10553700" cy="1211137"/>
      </dsp:txXfrm>
    </dsp:sp>
    <dsp:sp modelId="{1C9A6201-121E-472B-B165-A8BD131AFF76}">
      <dsp:nvSpPr>
        <dsp:cNvPr id="0" name=""/>
        <dsp:cNvSpPr/>
      </dsp:nvSpPr>
      <dsp:spPr>
        <a:xfrm>
          <a:off x="0" y="2424050"/>
          <a:ext cx="105537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662756-E837-40C7-8374-995FEDCB0A3B}">
      <dsp:nvSpPr>
        <dsp:cNvPr id="0" name=""/>
        <dsp:cNvSpPr/>
      </dsp:nvSpPr>
      <dsp:spPr>
        <a:xfrm>
          <a:off x="0" y="2424050"/>
          <a:ext cx="10553700" cy="1211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rtlCol="0" anchor="ctr" anchorCtr="0">
          <a:noAutofit/>
        </a:bodyPr>
        <a:lstStyle/>
        <a:p>
          <a:pPr marL="0" lvl="0" indent="0" algn="l" defTabSz="2578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5800" kern="1200"/>
            <a:t>Aulas expositivas</a:t>
          </a:r>
          <a:endParaRPr lang="pt-BR" sz="5800" kern="1200" noProof="0"/>
        </a:p>
      </dsp:txBody>
      <dsp:txXfrm>
        <a:off x="0" y="2424050"/>
        <a:ext cx="10553700" cy="12111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3B4D0-57A0-407B-87F2-AD9BD85D4DE7}">
      <dsp:nvSpPr>
        <dsp:cNvPr id="0" name=""/>
        <dsp:cNvSpPr/>
      </dsp:nvSpPr>
      <dsp:spPr>
        <a:xfrm>
          <a:off x="-5326652" y="-819089"/>
          <a:ext cx="6368928" cy="6368928"/>
        </a:xfrm>
        <a:prstGeom prst="blockArc">
          <a:avLst>
            <a:gd name="adj1" fmla="val 18900000"/>
            <a:gd name="adj2" fmla="val 2700000"/>
            <a:gd name="adj3" fmla="val 339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7C803-1A6D-4297-B616-77D883BCD07E}">
      <dsp:nvSpPr>
        <dsp:cNvPr id="0" name=""/>
        <dsp:cNvSpPr/>
      </dsp:nvSpPr>
      <dsp:spPr>
        <a:xfrm>
          <a:off x="825926" y="285750"/>
          <a:ext cx="10412323" cy="2131649"/>
        </a:xfrm>
        <a:prstGeom prst="rect">
          <a:avLst/>
        </a:prstGeom>
        <a:solidFill>
          <a:schemeClr val="tx1"/>
        </a:solid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738" tIns="60960" rIns="60960" bIns="6096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0" kern="1200" dirty="0">
              <a:solidFill>
                <a:schemeClr val="bg1"/>
              </a:solidFill>
            </a:rPr>
            <a:t>Tendo em vista o foco do estudo em torno do ser humano em sua perspectiva psíquica, é importante a manutenção de altos padrões éticos que vão além da relação professor e aluno, incluindo as situações nas quais os futuros administradores de empresas serão demandados a lidar com outros indivíduos. </a:t>
          </a:r>
          <a:endParaRPr lang="pt-BR" sz="2400" b="0" kern="1200" noProof="0" dirty="0">
            <a:solidFill>
              <a:schemeClr val="bg1"/>
            </a:solidFill>
          </a:endParaRPr>
        </a:p>
      </dsp:txBody>
      <dsp:txXfrm>
        <a:off x="825926" y="285750"/>
        <a:ext cx="10412323" cy="2131649"/>
      </dsp:txXfrm>
    </dsp:sp>
    <dsp:sp modelId="{055C0670-49B2-4EC8-A0F4-59006CD04165}">
      <dsp:nvSpPr>
        <dsp:cNvPr id="0" name=""/>
        <dsp:cNvSpPr/>
      </dsp:nvSpPr>
      <dsp:spPr>
        <a:xfrm>
          <a:off x="6224" y="506899"/>
          <a:ext cx="1689350" cy="16893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8EAB3-1543-41FD-81C8-9923475DA588}">
      <dsp:nvSpPr>
        <dsp:cNvPr id="0" name=""/>
        <dsp:cNvSpPr/>
      </dsp:nvSpPr>
      <dsp:spPr>
        <a:xfrm>
          <a:off x="813440" y="2295523"/>
          <a:ext cx="10437297" cy="2167301"/>
        </a:xfrm>
        <a:prstGeom prst="rect">
          <a:avLst/>
        </a:prstGeom>
        <a:solidFill>
          <a:schemeClr val="tx1"/>
        </a:solid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738" tIns="60960" rIns="60960" bIns="6096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0" kern="1200" dirty="0">
              <a:solidFill>
                <a:schemeClr val="bg1"/>
              </a:solidFill>
            </a:rPr>
            <a:t>É responsabilidade de cada estudante respeitar e defender o </a:t>
          </a:r>
          <a:r>
            <a:rPr lang="pt-BR" sz="2400" b="0" i="1" kern="1200" dirty="0">
              <a:solidFill>
                <a:schemeClr val="bg1"/>
              </a:solidFill>
            </a:rPr>
            <a:t>Código de Conduta da Escola</a:t>
          </a:r>
          <a:r>
            <a:rPr lang="pt-BR" sz="2400" b="0" kern="1200" dirty="0">
              <a:solidFill>
                <a:schemeClr val="bg1"/>
              </a:solidFill>
            </a:rPr>
            <a:t>, o qual proíbe qualquer forma de desonestidade acadêmica, como por exemplo, cola ou plágio. Todos os casos de desonestidade acadêmica serão levados ao </a:t>
          </a:r>
          <a:r>
            <a:rPr lang="pt-BR" sz="2400" b="0" i="1" kern="1200" dirty="0">
              <a:solidFill>
                <a:schemeClr val="bg1"/>
              </a:solidFill>
            </a:rPr>
            <a:t>Comitê de Conduta</a:t>
          </a:r>
          <a:r>
            <a:rPr lang="pt-BR" sz="2400" b="0" kern="1200" dirty="0">
              <a:solidFill>
                <a:schemeClr val="bg1"/>
              </a:solidFill>
            </a:rPr>
            <a:t>. </a:t>
          </a:r>
          <a:endParaRPr lang="pt-BR" sz="2400" b="0" kern="1200" noProof="0" dirty="0">
            <a:solidFill>
              <a:schemeClr val="bg1"/>
            </a:solidFill>
          </a:endParaRPr>
        </a:p>
      </dsp:txBody>
      <dsp:txXfrm>
        <a:off x="813440" y="2295523"/>
        <a:ext cx="10437297" cy="2167301"/>
      </dsp:txXfrm>
    </dsp:sp>
    <dsp:sp modelId="{ED8AE726-C8D1-42AB-AA94-1DA2AADBD5EA}">
      <dsp:nvSpPr>
        <dsp:cNvPr id="0" name=""/>
        <dsp:cNvSpPr/>
      </dsp:nvSpPr>
      <dsp:spPr>
        <a:xfrm>
          <a:off x="6224" y="2534499"/>
          <a:ext cx="1689350" cy="16893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801FC8B-EC93-C64D-BBD2-37E30DAF45B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7B4DD0A-8661-4E8F-A966-EE4042C290AA}" type="datetime1">
              <a:rPr lang="pt-BR" smtClean="0"/>
              <a:t>06/08/2026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3ABD6B4-32CA-4066-AD90-074E076E9400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7D111EE-B1CE-3F40-8B0E-AB6A92B85452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9CAC06A-4905-4B1A-83C1-3B011A8CF04B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031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378D5C-5CDA-48D9-A37F-089967A2439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94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78D5C-5CDA-48D9-A37F-089967A24397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590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EDA52-767F-41F7-8482-3EE06FA90469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 dirty="0"/>
              <a:t>Clique para editar o subtítulo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4" name="Triângulo 13">
            <a:extLst>
              <a:ext uri="{FF2B5EF4-FFF2-40B4-BE49-F238E27FC236}">
                <a16:creationId xmlns:a16="http://schemas.microsoft.com/office/drawing/2014/main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5" name="Triângulo 14">
            <a:extLst>
              <a:ext uri="{FF2B5EF4-FFF2-40B4-BE49-F238E27FC236}">
                <a16:creationId xmlns:a16="http://schemas.microsoft.com/office/drawing/2014/main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6" name="Triângulo 15">
            <a:extLst>
              <a:ext uri="{FF2B5EF4-FFF2-40B4-BE49-F238E27FC236}">
                <a16:creationId xmlns:a16="http://schemas.microsoft.com/office/drawing/2014/main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7" name="Triângulo 16">
            <a:extLst>
              <a:ext uri="{FF2B5EF4-FFF2-40B4-BE49-F238E27FC236}">
                <a16:creationId xmlns:a16="http://schemas.microsoft.com/office/drawing/2014/main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8" name="Triângulo 17">
            <a:extLst>
              <a:ext uri="{FF2B5EF4-FFF2-40B4-BE49-F238E27FC236}">
                <a16:creationId xmlns:a16="http://schemas.microsoft.com/office/drawing/2014/main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horizonta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16" name="Espaço Reservado para Data 6">
            <a:extLst>
              <a:ext uri="{FF2B5EF4-FFF2-40B4-BE49-F238E27FC236}">
                <a16:creationId xmlns:a16="http://schemas.microsoft.com/office/drawing/2014/main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rtlCol="0"/>
          <a:lstStyle/>
          <a:p>
            <a:pPr rtl="0"/>
            <a:fld id="{37F48EBC-BD48-48FA-9148-D2BC62F1C64D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17" name="Espaço Reservado para Rodapé 7">
            <a:extLst>
              <a:ext uri="{FF2B5EF4-FFF2-40B4-BE49-F238E27FC236}">
                <a16:creationId xmlns:a16="http://schemas.microsoft.com/office/drawing/2014/main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8" name="Espaço Reservado para o Número do Slide 8">
            <a:extLst>
              <a:ext uri="{FF2B5EF4-FFF2-40B4-BE49-F238E27FC236}">
                <a16:creationId xmlns:a16="http://schemas.microsoft.com/office/drawing/2014/main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9" name="Título 9">
            <a:extLst>
              <a:ext uri="{FF2B5EF4-FFF2-40B4-BE49-F238E27FC236}">
                <a16:creationId xmlns:a16="http://schemas.microsoft.com/office/drawing/2014/main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20" name="Triângulo 19">
            <a:extLst>
              <a:ext uri="{FF2B5EF4-FFF2-40B4-BE49-F238E27FC236}">
                <a16:creationId xmlns:a16="http://schemas.microsoft.com/office/drawing/2014/main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1" name="Triângulo 20">
            <a:extLst>
              <a:ext uri="{FF2B5EF4-FFF2-40B4-BE49-F238E27FC236}">
                <a16:creationId xmlns:a16="http://schemas.microsoft.com/office/drawing/2014/main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6DC0A-A4A9-46B3-B2C2-89F452B0FC81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1" name="Triâ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9" name="Triângulo 18">
            <a:extLst>
              <a:ext uri="{FF2B5EF4-FFF2-40B4-BE49-F238E27FC236}">
                <a16:creationId xmlns:a16="http://schemas.microsoft.com/office/drawing/2014/main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_P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2EB723-7381-474B-8EE4-99EF3FAF6ECC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1" name="Triâ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 p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8B926A-3E6F-46DD-9A93-71A86861666B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1" name="Triâ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_Br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F5CDE0-38EE-4D0F-A909-F724BDB4E0D7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1" name="Triâ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17" name="Título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_Br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617AC7-9E72-4D4E-B4EE-0D16ECF67306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1" name="Triâ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7" name="Título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6" name="Triângulo 25">
            <a:extLst>
              <a:ext uri="{FF2B5EF4-FFF2-40B4-BE49-F238E27FC236}">
                <a16:creationId xmlns:a16="http://schemas.microsoft.com/office/drawing/2014/main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sz="2400" noProof="0" dirty="0"/>
            </a:p>
          </p:txBody>
        </p:sp>
        <p:sp>
          <p:nvSpPr>
            <p:cNvPr id="15" name="Triângulo 14">
              <a:extLst>
                <a:ext uri="{FF2B5EF4-FFF2-40B4-BE49-F238E27FC236}">
                  <a16:creationId xmlns:a16="http://schemas.microsoft.com/office/drawing/2014/main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sz="1400" noProof="0" dirty="0"/>
            </a:p>
          </p:txBody>
        </p:sp>
      </p:grp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45125" y="1984781"/>
            <a:ext cx="4639736" cy="703135"/>
          </a:xfrm>
        </p:spPr>
        <p:txBody>
          <a:bodyPr lIns="91440" rIns="91440" rtlCol="0" anchor="ctr">
            <a:normAutofit/>
          </a:bodyPr>
          <a:lstStyle>
            <a:lvl1pPr marL="0" indent="0" algn="ctr" rtl="0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4A7A41-8079-4BC7-BA70-27B201841C1C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sz="2400" noProof="0" dirty="0"/>
            </a:p>
          </p:txBody>
        </p:sp>
        <p:sp>
          <p:nvSpPr>
            <p:cNvPr id="21" name="Triângulo 20">
              <a:extLst>
                <a:ext uri="{FF2B5EF4-FFF2-40B4-BE49-F238E27FC236}">
                  <a16:creationId xmlns:a16="http://schemas.microsoft.com/office/drawing/2014/main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sz="1400" noProof="0" dirty="0"/>
            </a:p>
          </p:txBody>
        </p:sp>
      </p:grp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rtlCol="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9">
            <a:extLst>
              <a:ext uri="{FF2B5EF4-FFF2-40B4-BE49-F238E27FC236}">
                <a16:creationId xmlns:a16="http://schemas.microsoft.com/office/drawing/2014/main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5FF3C3-1F33-402C-9BA0-94BCDB8649FA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Triângulo 6">
            <a:extLst>
              <a:ext uri="{FF2B5EF4-FFF2-40B4-BE49-F238E27FC236}">
                <a16:creationId xmlns:a16="http://schemas.microsoft.com/office/drawing/2014/main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8" name="Triângulo 7">
            <a:extLst>
              <a:ext uri="{FF2B5EF4-FFF2-40B4-BE49-F238E27FC236}">
                <a16:creationId xmlns:a16="http://schemas.microsoft.com/office/drawing/2014/main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rtlCol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 dirty="0"/>
              <a:t>INSIRA O TÍTULO AQUI</a:t>
            </a:r>
          </a:p>
        </p:txBody>
      </p:sp>
      <p:sp>
        <p:nvSpPr>
          <p:cNvPr id="17" name="Espaço Reservado para Texto 11">
            <a:extLst>
              <a:ext uri="{FF2B5EF4-FFF2-40B4-BE49-F238E27FC236}">
                <a16:creationId xmlns:a16="http://schemas.microsoft.com/office/drawing/2014/main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rtlCol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 dirty="0"/>
              <a:t>Insira o título aqui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conteúd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866360-C356-464B-BA36-D9184650E3B3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6" name="Triângulo 5">
            <a:extLst>
              <a:ext uri="{FF2B5EF4-FFF2-40B4-BE49-F238E27FC236}">
                <a16:creationId xmlns:a16="http://schemas.microsoft.com/office/drawing/2014/main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Triângulo 6">
            <a:extLst>
              <a:ext uri="{FF2B5EF4-FFF2-40B4-BE49-F238E27FC236}">
                <a16:creationId xmlns:a16="http://schemas.microsoft.com/office/drawing/2014/main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8" name="Triângulo 7">
            <a:extLst>
              <a:ext uri="{FF2B5EF4-FFF2-40B4-BE49-F238E27FC236}">
                <a16:creationId xmlns:a16="http://schemas.microsoft.com/office/drawing/2014/main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6" name="Espaço Reservado para Imagem 25">
            <a:extLst>
              <a:ext uri="{FF2B5EF4-FFF2-40B4-BE49-F238E27FC236}">
                <a16:creationId xmlns:a16="http://schemas.microsoft.com/office/drawing/2014/main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rtlCol="0"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 noProof="0" dirty="0"/>
              <a:t>Insira o título aqui</a:t>
            </a:r>
          </a:p>
        </p:txBody>
      </p:sp>
      <p:sp>
        <p:nvSpPr>
          <p:cNvPr id="29" name="Espaço Reservado para Conteúdo 2">
            <a:extLst>
              <a:ext uri="{FF2B5EF4-FFF2-40B4-BE49-F238E27FC236}">
                <a16:creationId xmlns:a16="http://schemas.microsoft.com/office/drawing/2014/main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 rtlCol="0"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conteúdo estreitos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23CB0A-6F58-4A89-AC5F-DC533CB2F99D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5" name="Retângulo 3">
            <a:extLst>
              <a:ext uri="{FF2B5EF4-FFF2-40B4-BE49-F238E27FC236}">
                <a16:creationId xmlns:a16="http://schemas.microsoft.com/office/drawing/2014/main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6" name="Triângulo 5">
            <a:extLst>
              <a:ext uri="{FF2B5EF4-FFF2-40B4-BE49-F238E27FC236}">
                <a16:creationId xmlns:a16="http://schemas.microsoft.com/office/drawing/2014/main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Triângulo 6">
            <a:extLst>
              <a:ext uri="{FF2B5EF4-FFF2-40B4-BE49-F238E27FC236}">
                <a16:creationId xmlns:a16="http://schemas.microsoft.com/office/drawing/2014/main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rtlCol="0"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 dirty="0"/>
              <a:t>Insira o título aqui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 rtlCol="0"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com conteúdo estreit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DF749B-8F14-4165-95B9-126DA1DEF9A9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6" name="Triângulo 5">
            <a:extLst>
              <a:ext uri="{FF2B5EF4-FFF2-40B4-BE49-F238E27FC236}">
                <a16:creationId xmlns:a16="http://schemas.microsoft.com/office/drawing/2014/main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Triângulo 6">
            <a:extLst>
              <a:ext uri="{FF2B5EF4-FFF2-40B4-BE49-F238E27FC236}">
                <a16:creationId xmlns:a16="http://schemas.microsoft.com/office/drawing/2014/main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rtlCol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rtlCol="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Clique para editar os principais estilos de texto</a:t>
            </a:r>
          </a:p>
        </p:txBody>
      </p:sp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4" name="Triângulo 13">
            <a:extLst>
              <a:ext uri="{FF2B5EF4-FFF2-40B4-BE49-F238E27FC236}">
                <a16:creationId xmlns:a16="http://schemas.microsoft.com/office/drawing/2014/main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ção com imagem e nome do au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15" name="Forma Livre 14">
            <a:extLst>
              <a:ext uri="{FF2B5EF4-FFF2-40B4-BE49-F238E27FC236}">
                <a16:creationId xmlns:a16="http://schemas.microsoft.com/office/drawing/2014/main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676152-711A-478B-87FC-BBEE48A9D21D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rtlCol="0" anchor="t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 dirty="0"/>
              <a:t>Insira a citação aqui</a:t>
            </a:r>
          </a:p>
        </p:txBody>
      </p:sp>
      <p:sp>
        <p:nvSpPr>
          <p:cNvPr id="13" name="Triângulo 12">
            <a:extLst>
              <a:ext uri="{FF2B5EF4-FFF2-40B4-BE49-F238E27FC236}">
                <a16:creationId xmlns:a16="http://schemas.microsoft.com/office/drawing/2014/main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somente à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 dirty="0"/>
            </a:p>
          </p:txBody>
        </p:sp>
        <p:sp>
          <p:nvSpPr>
            <p:cNvPr id="7" name="Triângulo 6">
              <a:extLst>
                <a:ext uri="{FF2B5EF4-FFF2-40B4-BE49-F238E27FC236}">
                  <a16:creationId xmlns:a16="http://schemas.microsoft.com/office/drawing/2014/main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 dirty="0"/>
            </a:p>
          </p:txBody>
        </p:sp>
        <p:sp>
          <p:nvSpPr>
            <p:cNvPr id="8" name="Triângulo 7">
              <a:extLst>
                <a:ext uri="{FF2B5EF4-FFF2-40B4-BE49-F238E27FC236}">
                  <a16:creationId xmlns:a16="http://schemas.microsoft.com/office/drawing/2014/main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 dirty="0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 dirty="0"/>
              <a:t>Insira o título aqui</a:t>
            </a:r>
          </a:p>
        </p:txBody>
      </p:sp>
      <p:sp>
        <p:nvSpPr>
          <p:cNvPr id="12" name="Triângulo 11">
            <a:extLst>
              <a:ext uri="{FF2B5EF4-FFF2-40B4-BE49-F238E27FC236}">
                <a16:creationId xmlns:a16="http://schemas.microsoft.com/office/drawing/2014/main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somente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 dirty="0"/>
            </a:p>
          </p:txBody>
        </p:sp>
        <p:sp>
          <p:nvSpPr>
            <p:cNvPr id="13" name="Triângulo 12">
              <a:extLst>
                <a:ext uri="{FF2B5EF4-FFF2-40B4-BE49-F238E27FC236}">
                  <a16:creationId xmlns:a16="http://schemas.microsoft.com/office/drawing/2014/main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 dirty="0"/>
            </a:p>
          </p:txBody>
        </p:sp>
        <p:sp>
          <p:nvSpPr>
            <p:cNvPr id="14" name="Triângulo 13">
              <a:extLst>
                <a:ext uri="{FF2B5EF4-FFF2-40B4-BE49-F238E27FC236}">
                  <a16:creationId xmlns:a16="http://schemas.microsoft.com/office/drawing/2014/main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 dirty="0"/>
            </a:p>
          </p:txBody>
        </p:sp>
      </p:grp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 dirty="0"/>
              <a:t>Insira o título aqui</a:t>
            </a:r>
          </a:p>
        </p:txBody>
      </p:sp>
      <p:sp>
        <p:nvSpPr>
          <p:cNvPr id="9" name="Triângulo 8">
            <a:extLst>
              <a:ext uri="{FF2B5EF4-FFF2-40B4-BE49-F238E27FC236}">
                <a16:creationId xmlns:a16="http://schemas.microsoft.com/office/drawing/2014/main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rtlCol="0"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DF2095-A577-455B-896B-AE0C74CAC8B3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68239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C23B0D-CB6F-4EB4-8D53-7CBC8A42AB49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69677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rtlCol="0" anchor="b"/>
          <a:lstStyle>
            <a:lvl1pPr algn="r">
              <a:defRPr sz="4800" b="1" cap="none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rtlCol="0"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5F49A0-1118-464B-8BC9-F0465AB0E6E5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99787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07AF09-83E3-4CBE-97BA-479767319025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2645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C38B9D-8D1C-4AE1-9567-AF84A17F0D26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95178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F6279B-1A7F-43EA-B7A2-B66E509BDE80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732657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F7799E-572E-4E59-AE38-1C6CA748B4E0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8732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rtlCol="0" anchor="b"/>
          <a:lstStyle>
            <a:lvl1pPr algn="l">
              <a:defRPr sz="2000" b="1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5F2324-FCC8-46B2-B143-4E18B1705AC2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67736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9" name="Espaço Reservado para Imagem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rtlCol="0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 rtlCol="0"/>
          <a:lstStyle/>
          <a:p>
            <a:pPr rtl="0"/>
            <a:fld id="{11B620E7-3EEB-480A-8415-159CB2938A8E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21636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5" name="Espaço Reservado para Imagem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 rtlCol="0">
            <a:normAutofit/>
          </a:bodyPr>
          <a:lstStyle>
            <a:lvl1pPr marL="0" indent="0" rtl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72BF8-90C3-46BD-BFB4-6FF8506D347F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379820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b"/>
          <a:lstStyle>
            <a:lvl1pPr algn="l">
              <a:defRPr sz="4200" b="1" cap="none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 rtl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9" name="Espaço Reservado para Texto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rtlCol="0" anchor="t"/>
          <a:lstStyle>
            <a:lvl1pPr marL="0" indent="0">
              <a:buFontTx/>
              <a:buNone/>
              <a:defRPr/>
            </a:lvl1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B7AEB3-250B-4953-8BDB-AC7F99915152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43597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ítulo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rtlCol="0" anchor="t"/>
          <a:lstStyle>
            <a:lvl1pPr marL="0" indent="0">
              <a:buFontTx/>
              <a:buNone/>
              <a:defRPr/>
            </a:lvl1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D116B1-4C01-4B4C-90F4-67618C5BE299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30529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EF3167-F509-45FD-AE7F-565E4C813F21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257452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A56E37-51D0-44C4-A867-66460CCA97B0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8143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17.xml"/><Relationship Id="rId16" Type="http://schemas.openxmlformats.org/officeDocument/2006/relationships/vmlDrawing" Target="../drawings/vmlDrawing2.v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3B9FEAF-97EC-4A4E-8489-2488B17068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134499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Slide do think-cell" r:id="rId19" imgW="382" imgH="396" progId="TCLayout.ActiveDocument.1">
                  <p:embed/>
                </p:oleObj>
              </mc:Choice>
              <mc:Fallback>
                <p:oleObj name="Slide do think-cell" r:id="rId19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6F890C0A-5274-4CEA-BDF6-C396FA0E0E4D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2C5F972-2BF6-4198-B1D0-6844FBA616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364271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Slide do think-cell" r:id="rId18" imgW="382" imgH="396" progId="TCLayout.ActiveDocument.1">
                  <p:embed/>
                </p:oleObj>
              </mc:Choice>
              <mc:Fallback>
                <p:oleObj name="Slide do think-cell" r:id="rId18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rtl="0"/>
            <a:fld id="{FEC98974-ECB9-4840-9D71-3E6993D25EC3}" type="datetime1">
              <a:rPr lang="pt-BR" noProof="0" smtClean="0"/>
              <a:t>06/08/2026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38044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slideLayout" Target="../slideLayouts/slideLayout7.xml"/><Relationship Id="rId7" Type="http://schemas.openxmlformats.org/officeDocument/2006/relationships/diagramData" Target="../diagrams/data1.xml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11" Type="http://schemas.microsoft.com/office/2007/relationships/diagramDrawing" Target="../diagrams/drawing1.xml"/><Relationship Id="rId5" Type="http://schemas.openxmlformats.org/officeDocument/2006/relationships/oleObject" Target="../embeddings/oleObject2.bin"/><Relationship Id="rId10" Type="http://schemas.openxmlformats.org/officeDocument/2006/relationships/diagramColors" Target="../diagrams/colors1.xml"/><Relationship Id="rId4" Type="http://schemas.openxmlformats.org/officeDocument/2006/relationships/notesSlide" Target="../notesSlides/notesSlide1.xml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slideLayout" Target="../slideLayouts/slideLayout7.xml"/><Relationship Id="rId7" Type="http://schemas.openxmlformats.org/officeDocument/2006/relationships/diagramLayout" Target="../diagrams/layout2.xml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diagramData" Target="../diagrams/data2.xml"/><Relationship Id="rId5" Type="http://schemas.openxmlformats.org/officeDocument/2006/relationships/image" Target="../media/image1.emf"/><Relationship Id="rId10" Type="http://schemas.microsoft.com/office/2007/relationships/diagramDrawing" Target="../diagrams/drawing2.xml"/><Relationship Id="rId4" Type="http://schemas.openxmlformats.org/officeDocument/2006/relationships/oleObject" Target="../embeddings/oleObject3.bin"/><Relationship Id="rId9" Type="http://schemas.openxmlformats.org/officeDocument/2006/relationships/diagramColors" Target="../diagrams/colors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slideLayout" Target="../slideLayouts/slideLayout7.xml"/><Relationship Id="rId7" Type="http://schemas.openxmlformats.org/officeDocument/2006/relationships/diagramLayout" Target="../diagrams/layout3.xml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diagramData" Target="../diagrams/data3.xml"/><Relationship Id="rId5" Type="http://schemas.openxmlformats.org/officeDocument/2006/relationships/image" Target="../media/image1.emf"/><Relationship Id="rId10" Type="http://schemas.microsoft.com/office/2007/relationships/diagramDrawing" Target="../diagrams/drawing3.xml"/><Relationship Id="rId4" Type="http://schemas.openxmlformats.org/officeDocument/2006/relationships/oleObject" Target="../embeddings/oleObject4.bin"/><Relationship Id="rId9" Type="http://schemas.openxmlformats.org/officeDocument/2006/relationships/diagramColors" Target="../diagrams/colors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slideLayout" Target="../slideLayouts/slideLayout7.xml"/><Relationship Id="rId7" Type="http://schemas.openxmlformats.org/officeDocument/2006/relationships/diagramData" Target="../diagrams/data4.xml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11" Type="http://schemas.microsoft.com/office/2007/relationships/diagramDrawing" Target="../diagrams/drawing4.xml"/><Relationship Id="rId5" Type="http://schemas.openxmlformats.org/officeDocument/2006/relationships/oleObject" Target="../embeddings/oleObject2.bin"/><Relationship Id="rId10" Type="http://schemas.openxmlformats.org/officeDocument/2006/relationships/diagramColors" Target="../diagrams/colors4.xml"/><Relationship Id="rId4" Type="http://schemas.openxmlformats.org/officeDocument/2006/relationships/notesSlide" Target="../notesSlides/notesSlide2.xml"/><Relationship Id="rId9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slideLayout" Target="../slideLayouts/slideLayout22.xml"/><Relationship Id="rId7" Type="http://schemas.openxmlformats.org/officeDocument/2006/relationships/diagramData" Target="../diagrams/data5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11" Type="http://schemas.microsoft.com/office/2007/relationships/diagramDrawing" Target="../diagrams/drawing5.xml"/><Relationship Id="rId5" Type="http://schemas.openxmlformats.org/officeDocument/2006/relationships/oleObject" Target="../embeddings/oleObject2.bin"/><Relationship Id="rId10" Type="http://schemas.openxmlformats.org/officeDocument/2006/relationships/diagramColors" Target="../diagrams/colors5.xml"/><Relationship Id="rId4" Type="http://schemas.openxmlformats.org/officeDocument/2006/relationships/notesSlide" Target="../notesSlides/notesSlide3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70821-1F53-4885-8369-D57AF485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3DB27F60-5153-4172-9E03-5AFCDB2E0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" y="0"/>
            <a:ext cx="12181691" cy="685800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C66D7A0-1570-4B5D-8E80-A95C7BDCB283}"/>
              </a:ext>
            </a:extLst>
          </p:cNvPr>
          <p:cNvSpPr txBox="1">
            <a:spLocks/>
          </p:cNvSpPr>
          <p:nvPr/>
        </p:nvSpPr>
        <p:spPr>
          <a:xfrm>
            <a:off x="2524125" y="1954135"/>
            <a:ext cx="8443456" cy="1344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7200" b="1" dirty="0">
                <a:solidFill>
                  <a:schemeClr val="tx1"/>
                </a:solidFill>
              </a:rPr>
              <a:t>Visão geral do curso</a:t>
            </a:r>
            <a:endParaRPr lang="en-US" sz="7200" b="1" dirty="0">
              <a:solidFill>
                <a:schemeClr val="tx1"/>
              </a:solidFill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7D2FB5-89EF-4683-BBD4-64F8E120638D}"/>
              </a:ext>
            </a:extLst>
          </p:cNvPr>
          <p:cNvSpPr txBox="1">
            <a:spLocks/>
          </p:cNvSpPr>
          <p:nvPr/>
        </p:nvSpPr>
        <p:spPr>
          <a:xfrm>
            <a:off x="2790825" y="3298665"/>
            <a:ext cx="6267450" cy="1444785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solidFill>
                  <a:schemeClr val="tx1"/>
                </a:solidFill>
              </a:rPr>
              <a:t>Aula 1 – Apresentação do curso</a:t>
            </a:r>
          </a:p>
          <a:p>
            <a:r>
              <a:rPr lang="pt-BR" b="1" dirty="0">
                <a:solidFill>
                  <a:schemeClr val="tx1"/>
                </a:solidFill>
              </a:rPr>
              <a:t>Psicologia </a:t>
            </a:r>
            <a:r>
              <a:rPr lang="pt-BR" b="1">
                <a:solidFill>
                  <a:schemeClr val="tx1"/>
                </a:solidFill>
              </a:rPr>
              <a:t>– 2026</a:t>
            </a:r>
            <a:endParaRPr lang="pt-BR" b="1" dirty="0">
              <a:solidFill>
                <a:schemeClr val="tx1"/>
              </a:solidFill>
            </a:endParaRPr>
          </a:p>
          <a:p>
            <a:r>
              <a:rPr lang="pt-BR" b="1" dirty="0">
                <a:solidFill>
                  <a:schemeClr val="tx1"/>
                </a:solidFill>
              </a:rPr>
              <a:t>Prof. Vitor </a:t>
            </a:r>
            <a:r>
              <a:rPr lang="pt-BR" b="1" dirty="0" err="1">
                <a:solidFill>
                  <a:schemeClr val="tx1"/>
                </a:solidFill>
              </a:rPr>
              <a:t>Orquiza</a:t>
            </a:r>
            <a:r>
              <a:rPr lang="pt-BR" b="1" dirty="0">
                <a:solidFill>
                  <a:schemeClr val="tx1"/>
                </a:solidFill>
              </a:rPr>
              <a:t> de Carvalho – vitor.orquiza@fgv.br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35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F0E1D-D62C-4DFE-ADB3-D7CE148C8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 DA DISCIPLINA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FE15C9-5890-4F28-A1F7-209206CF888D}"/>
              </a:ext>
            </a:extLst>
          </p:cNvPr>
          <p:cNvSpPr txBox="1">
            <a:spLocks/>
          </p:cNvSpPr>
          <p:nvPr/>
        </p:nvSpPr>
        <p:spPr>
          <a:xfrm>
            <a:off x="626040" y="1676400"/>
            <a:ext cx="10956360" cy="455431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>
                <a:solidFill>
                  <a:schemeClr val="tx1"/>
                </a:solidFill>
              </a:rPr>
              <a:t>Este curso explora os fundamentos e princípios do campo da psicologia a partir de uma perspectiva científica e filosófica, as quais são abordadas como método de investigação bem como um corpo de conhecimento. </a:t>
            </a:r>
          </a:p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Apresenta aos alunos três das principais correntes utilizadas para compreender as motivações e o comportamento dos indivíduos nas organizações: a psicanalítica, a comportamental e a cognitiva. </a:t>
            </a:r>
          </a:p>
          <a:p>
            <a:pPr algn="just"/>
            <a:r>
              <a:rPr lang="pt-BR" dirty="0">
                <a:solidFill>
                  <a:schemeClr val="tx1"/>
                </a:solidFill>
              </a:rPr>
              <a:t>Serão discutidas dimensões destas teorias tanto na perspectiva da psicologia individual (subjetividade) como da psicologia social, tendo-se a oportunidade de trabalhar sobre textos fundamentais destas abordagens teóricas. </a:t>
            </a:r>
          </a:p>
          <a:p>
            <a:pPr algn="just"/>
            <a:r>
              <a:rPr lang="pt-BR" sz="2400" b="1" dirty="0">
                <a:solidFill>
                  <a:schemeClr val="tx1"/>
                </a:solidFill>
              </a:rPr>
              <a:t>Os alunos compreenderão como tais teorias foram utilizadas na constituição do quadro teórico da Administração de Empresa e das Teorias Organizacionais. Além disso, os alunos refletirão sobre questões relacionadas aos tópicos “mal estar na sociedade”, “sofrimento no trabalho” e “medicalização” e suas respectivas consequências para os indivíduos e organizações. </a:t>
            </a:r>
          </a:p>
          <a:p>
            <a:pPr algn="just"/>
            <a:r>
              <a:rPr lang="pt-BR" dirty="0">
                <a:solidFill>
                  <a:schemeClr val="tx1"/>
                </a:solidFill>
              </a:rPr>
              <a:t>Os alunos terão ainda a oportunidade de desenvolver um raciocínio crítico sobre a dinâmica dos indivíduos no contexto da Administração de Empresas de forma a obter uma base sólida sobre a compreensão do comportamento humano nas organizações.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73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421AC95-6ECB-4180-BDCB-CCC46BF9FC6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49033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Slide do think-cell" r:id="rId4" imgW="382" imgH="396" progId="TCLayout.ActiveDocument.1">
                  <p:embed/>
                </p:oleObj>
              </mc:Choice>
              <mc:Fallback>
                <p:oleObj name="Slide do think-cell" r:id="rId4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09DB55B-42BA-4746-ABA3-14AFC7FD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 DE APRENDIZAGEM 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1D275E-3A5C-44F9-80F8-7043CA6C3DF1}"/>
              </a:ext>
            </a:extLst>
          </p:cNvPr>
          <p:cNvSpPr txBox="1"/>
          <p:nvPr/>
        </p:nvSpPr>
        <p:spPr>
          <a:xfrm>
            <a:off x="444500" y="1214566"/>
            <a:ext cx="1057667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600" dirty="0"/>
              <a:t>Diferenciar níveis de discurso - senso comum, religioso, filosófico e científico.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600" dirty="0"/>
              <a:t>Identificar diferenças nas visões de homem a partir de três teorias psicológicas principais – a psicanálise, o </a:t>
            </a:r>
            <a:r>
              <a:rPr lang="pt-BR" sz="2600" i="1" dirty="0"/>
              <a:t>behaviorismo</a:t>
            </a:r>
            <a:r>
              <a:rPr lang="pt-BR" sz="2600" dirty="0"/>
              <a:t> e o cognitivismo.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600" dirty="0"/>
              <a:t>Reconhecendo as implicações de cada um destes modelos teóricos nos contextos sociais e organizacionais.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600" dirty="0"/>
              <a:t>Desenvolver raciocínio crítico frente à relação entre subjetividade e a complexa realidade social do ser humano.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600" dirty="0"/>
              <a:t>Identificar potenciais situações de conflitos individuais e grupais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600" dirty="0"/>
              <a:t>Identificar as forças que dominam as relações em grupo e os momentos em que a mudança grupal é necessária.</a:t>
            </a: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0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EB2D329-CF12-40EB-B5A5-1C5BFBD5C54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5620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Slide do think-cell" r:id="rId4" imgW="382" imgH="396" progId="TCLayout.ActiveDocument.1">
                  <p:embed/>
                </p:oleObj>
              </mc:Choice>
              <mc:Fallback>
                <p:oleObj name="Slide do think-cell" r:id="rId4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09DB55B-42BA-4746-ABA3-14AFC7FD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796" y="631262"/>
            <a:ext cx="10452849" cy="910492"/>
          </a:xfrm>
        </p:spPr>
        <p:txBody>
          <a:bodyPr vert="horz"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MODO MAIS CLARO: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1D275E-3A5C-44F9-80F8-7043CA6C3DF1}"/>
              </a:ext>
            </a:extLst>
          </p:cNvPr>
          <p:cNvSpPr txBox="1"/>
          <p:nvPr/>
        </p:nvSpPr>
        <p:spPr>
          <a:xfrm>
            <a:off x="673535" y="1734208"/>
            <a:ext cx="105766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lang="en-US" sz="2800" dirty="0"/>
              <a:t>ENTENDER O CONHECIMENTO DA PSICOLOGIA SOBRE AS RELAÇÕES INTERPRESSOAIS (DENTRO E FORA DAS ORGANIZAÇÕES).</a:t>
            </a:r>
          </a:p>
          <a:p>
            <a:pPr marL="285750" indent="-285750" algn="ctr">
              <a:buFontTx/>
              <a:buChar char="-"/>
            </a:pPr>
            <a:endParaRPr lang="en-US" sz="2800" dirty="0"/>
          </a:p>
          <a:p>
            <a:pPr marL="285750" indent="-285750" algn="ctr">
              <a:buFontTx/>
              <a:buChar char="-"/>
            </a:pPr>
            <a:r>
              <a:rPr lang="en-US" sz="2800" dirty="0"/>
              <a:t>ENTENDER CONCEITOS BÁSICOS SOBRE COMO O SER HUMANO FUNCIONA EM GRUPO E NO MUNDO SOCIAL.</a:t>
            </a:r>
          </a:p>
          <a:p>
            <a:pPr marL="285750" indent="-285750" algn="ctr">
              <a:buFontTx/>
              <a:buChar char="-"/>
            </a:pPr>
            <a:endParaRPr lang="en-US" sz="2800" dirty="0"/>
          </a:p>
          <a:p>
            <a:pPr marL="285750" indent="-285750" algn="ctr">
              <a:buFontTx/>
              <a:buChar char="-"/>
            </a:pPr>
            <a:r>
              <a:rPr lang="en-US" sz="2800" dirty="0"/>
              <a:t>ENTENDER O “FATOR HUMANO” NAS ORGANIZAÇÕES (COMPORTAMENTO, PERSONALIDADE, TOMADA DE DECISÃO, ENTRE TANTOS OUTROS).</a:t>
            </a:r>
          </a:p>
        </p:txBody>
      </p:sp>
    </p:spTree>
    <p:extLst>
      <p:ext uri="{BB962C8B-B14F-4D97-AF65-F5344CB8AC3E}">
        <p14:creationId xmlns:p14="http://schemas.microsoft.com/office/powerpoint/2010/main" val="396866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84E58AC-09FD-4C67-BC85-F686614C828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0906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Slide do think-cell" r:id="rId5" imgW="382" imgH="396" progId="TCLayout.ActiveDocument.1">
                  <p:embed/>
                </p:oleObj>
              </mc:Choice>
              <mc:Fallback>
                <p:oleObj name="Slide do think-cell" r:id="rId5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14D9E47F-41E0-4FE3-891C-B53FBC82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algn="ctr" rtl="0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CRITÉRIOS DE AVALIAÇÃO </a:t>
            </a:r>
            <a:endParaRPr lang="pt-BR" dirty="0"/>
          </a:p>
        </p:txBody>
      </p:sp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9E841E30-B292-4E1B-A6B4-E161ACBE41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2208251"/>
              </p:ext>
            </p:extLst>
          </p:nvPr>
        </p:nvGraphicFramePr>
        <p:xfrm>
          <a:off x="774699" y="2295526"/>
          <a:ext cx="11198225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4231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A38DFD5-F458-450C-9FC0-3D473DADA86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12904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Slide do think-cell" r:id="rId4" imgW="382" imgH="396" progId="TCLayout.ActiveDocument.1">
                  <p:embed/>
                </p:oleObj>
              </mc:Choice>
              <mc:Fallback>
                <p:oleObj name="Slide do think-cell" r:id="rId4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062414E9-E5A1-4BCE-AC1E-ECA024B5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algn="ctr"/>
            <a:r>
              <a:rPr lang="pt-BR" b="1" dirty="0"/>
              <a:t>TRABALHO DE MÓDULO</a:t>
            </a:r>
            <a:endParaRPr lang="en-US" b="1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E54511AF-6E39-44DE-832F-344BC7B767B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70912" y="2375951"/>
            <a:ext cx="3371850" cy="2677829"/>
          </a:xfrm>
        </p:spPr>
        <p:txBody>
          <a:bodyPr>
            <a:normAutofit/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</a:rPr>
              <a:t>Os trabalhos de módulo compõem a segunda avaliação parcial (30%). </a:t>
            </a: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34" name="Diagrama 33">
            <a:extLst>
              <a:ext uri="{FF2B5EF4-FFF2-40B4-BE49-F238E27FC236}">
                <a16:creationId xmlns:a16="http://schemas.microsoft.com/office/drawing/2014/main" id="{A4BBC97A-A2B8-4888-BB69-26A4ED8EB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079608"/>
              </p:ext>
            </p:extLst>
          </p:nvPr>
        </p:nvGraphicFramePr>
        <p:xfrm>
          <a:off x="-1511992" y="1497788"/>
          <a:ext cx="10978403" cy="5171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0577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A38DFD5-F458-450C-9FC0-3D473DADA86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8803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Slide do think-cell" r:id="rId4" imgW="382" imgH="396" progId="TCLayout.ActiveDocument.1">
                  <p:embed/>
                </p:oleObj>
              </mc:Choice>
              <mc:Fallback>
                <p:oleObj name="Slide do think-cell" r:id="rId4" imgW="382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38DFD5-F458-450C-9FC0-3D473DADA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87B5F56A-DBA8-4CE6-8D23-FEF9067ACC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8424214"/>
              </p:ext>
            </p:extLst>
          </p:nvPr>
        </p:nvGraphicFramePr>
        <p:xfrm>
          <a:off x="-90488" y="423861"/>
          <a:ext cx="12372975" cy="6010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Título 4">
            <a:extLst>
              <a:ext uri="{FF2B5EF4-FFF2-40B4-BE49-F238E27FC236}">
                <a16:creationId xmlns:a16="http://schemas.microsoft.com/office/drawing/2014/main" id="{5FE9903F-8230-49DE-B98B-C21F27BF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05026" y="3062287"/>
            <a:ext cx="5686428" cy="733424"/>
          </a:xfrm>
        </p:spPr>
        <p:txBody>
          <a:bodyPr>
            <a:noAutofit/>
          </a:bodyPr>
          <a:lstStyle/>
          <a:p>
            <a:pPr algn="ctr"/>
            <a:r>
              <a:rPr lang="pt-BR" sz="6000" dirty="0"/>
              <a:t>Prazos e regras</a:t>
            </a:r>
          </a:p>
        </p:txBody>
      </p:sp>
    </p:spTree>
    <p:extLst>
      <p:ext uri="{BB962C8B-B14F-4D97-AF65-F5344CB8AC3E}">
        <p14:creationId xmlns:p14="http://schemas.microsoft.com/office/powerpoint/2010/main" val="95431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7EEF8E9-E69D-4FF2-A5F5-8E2B1650AB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604025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Slide do think-cell" r:id="rId5" imgW="382" imgH="396" progId="TCLayout.ActiveDocument.1">
                  <p:embed/>
                </p:oleObj>
              </mc:Choice>
              <mc:Fallback>
                <p:oleObj name="Slide do think-cell" r:id="rId5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b="1" dirty="0"/>
              <a:t>METODOLOGIA</a:t>
            </a:r>
          </a:p>
        </p:txBody>
      </p:sp>
      <p:graphicFrame>
        <p:nvGraphicFramePr>
          <p:cNvPr id="10" name="Espaço Reservado para Conteúdo 2" descr="Ícone SmartArt">
            <a:extLst>
              <a:ext uri="{FF2B5EF4-FFF2-40B4-BE49-F238E27FC236}">
                <a16:creationId xmlns:a16="http://schemas.microsoft.com/office/drawing/2014/main" id="{C1CB8C9B-BB0F-AD4A-8ACF-2331155C35D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34272778"/>
              </p:ext>
            </p:extLst>
          </p:nvPr>
        </p:nvGraphicFramePr>
        <p:xfrm>
          <a:off x="932329" y="2044700"/>
          <a:ext cx="10553700" cy="363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80469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80E8A36-94CD-4B4B-908E-940D7A443C0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8992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Slide do think-cell" r:id="rId5" imgW="382" imgH="396" progId="TCLayout.ActiveDocument.1">
                  <p:embed/>
                </p:oleObj>
              </mc:Choice>
              <mc:Fallback>
                <p:oleObj name="Slide do think-cell" r:id="rId5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2113" y="-142875"/>
            <a:ext cx="11561762" cy="155892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600" b="0" dirty="0">
                <a:solidFill>
                  <a:schemeClr val="bg1"/>
                </a:solidFill>
              </a:rPr>
              <a:t>COMPROMISSOS ÉTICOS </a:t>
            </a:r>
            <a:endParaRPr lang="pt-BR" sz="6600" b="0" dirty="0">
              <a:solidFill>
                <a:schemeClr val="bg1"/>
              </a:solidFill>
            </a:endParaRPr>
          </a:p>
        </p:txBody>
      </p:sp>
      <p:graphicFrame>
        <p:nvGraphicFramePr>
          <p:cNvPr id="11" name="Espaço Reservado para Conteúdo 2" descr="Ícone SmartArt">
            <a:extLst>
              <a:ext uri="{FF2B5EF4-FFF2-40B4-BE49-F238E27FC236}">
                <a16:creationId xmlns:a16="http://schemas.microsoft.com/office/drawing/2014/main" id="{E3ED3676-AF55-5243-80AF-E4C3CB787F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472152"/>
              </p:ext>
            </p:extLst>
          </p:nvPr>
        </p:nvGraphicFramePr>
        <p:xfrm>
          <a:off x="560387" y="1771650"/>
          <a:ext cx="11256962" cy="4730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4855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06E8D0-7B7C-43C6-B0E6-015BD23CE4E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443376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Slide do think-cell" r:id="rId4" imgW="382" imgH="396" progId="TCLayout.ActiveDocument.1">
                  <p:embed/>
                </p:oleObj>
              </mc:Choice>
              <mc:Fallback>
                <p:oleObj name="Slide do think-cell" r:id="rId4" imgW="382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2">
            <a:extLst>
              <a:ext uri="{FF2B5EF4-FFF2-40B4-BE49-F238E27FC236}">
                <a16:creationId xmlns:a16="http://schemas.microsoft.com/office/drawing/2014/main" id="{086A607D-D39E-428F-A076-FB8D51A8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pPr algn="ctr"/>
            <a:r>
              <a:rPr lang="pt-BR" sz="4800" b="1" dirty="0"/>
              <a:t>CRONOGRAMA DE AULAS.</a:t>
            </a:r>
            <a:endParaRPr lang="en-US" b="1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4794FD6-6C97-481B-A675-65ED63EA59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733550"/>
            <a:ext cx="10496550" cy="1243013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solidFill>
                  <a:schemeClr val="bg1"/>
                </a:solidFill>
              </a:rPr>
              <a:t>O cronograma de aulas será disponibilizado pelo professor no </a:t>
            </a:r>
            <a:r>
              <a:rPr lang="pt-BR" sz="2800" dirty="0" err="1">
                <a:solidFill>
                  <a:schemeClr val="bg1"/>
                </a:solidFill>
              </a:rPr>
              <a:t>E-class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3355F0-FF08-4311-B920-DBB944E31B34}"/>
              </a:ext>
            </a:extLst>
          </p:cNvPr>
          <p:cNvSpPr txBox="1"/>
          <p:nvPr/>
        </p:nvSpPr>
        <p:spPr>
          <a:xfrm>
            <a:off x="419100" y="2286000"/>
            <a:ext cx="110617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Algumas advertências:</a:t>
            </a:r>
          </a:p>
          <a:p>
            <a:pPr algn="ctr"/>
            <a:r>
              <a:rPr lang="pt-BR" sz="2400" dirty="0"/>
              <a:t>* As datas e conteúdo das aulas podem sofrer modificações ao longo do semestre.</a:t>
            </a:r>
          </a:p>
          <a:p>
            <a:pPr algn="ctr"/>
            <a:r>
              <a:rPr lang="pt-BR" sz="2400" dirty="0"/>
              <a:t>** Os textos sugeridos podem sofrer modificações ao longo do semestre.</a:t>
            </a:r>
          </a:p>
          <a:p>
            <a:pPr algn="ctr"/>
            <a:r>
              <a:rPr lang="pt-BR" sz="2400" dirty="0"/>
              <a:t>*** Não haverá possibilidade de fazer a substitutiva da prova parcial antes do prazo previsto pela coordenação.</a:t>
            </a:r>
          </a:p>
          <a:p>
            <a:pPr algn="ctr"/>
            <a:r>
              <a:rPr lang="pt-BR" sz="2400" dirty="0"/>
              <a:t>**** As atividades monitoradas podem ser realocadas e só ocorrerão quando confirmadas previamente pelo professor.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637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202026F-2C1C-4E57-BA62-76C4F5C4C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1" y="959313"/>
            <a:ext cx="4650917" cy="781222"/>
          </a:xfrm>
        </p:spPr>
        <p:txBody>
          <a:bodyPr anchor="b">
            <a:normAutofit fontScale="90000"/>
          </a:bodyPr>
          <a:lstStyle/>
          <a:p>
            <a:r>
              <a:rPr lang="pt-BR" b="1" dirty="0"/>
              <a:t>Atividade 1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437FDF-475B-4EC1-A220-823CE3DD5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1" y="1930400"/>
            <a:ext cx="5400674" cy="3698240"/>
          </a:xfrm>
        </p:spPr>
        <p:txBody>
          <a:bodyPr>
            <a:normAutofit fontScale="85000" lnSpcReduction="10000"/>
          </a:bodyPr>
          <a:lstStyle/>
          <a:p>
            <a:r>
              <a:rPr lang="pt-BR" sz="3200" dirty="0"/>
              <a:t>Responder às perguntas (em um documento do word e com o nome de todos os integrantes do seu grupo) sobre o texto ‘O problema da vaca amarela’ (disponível no </a:t>
            </a:r>
            <a:r>
              <a:rPr lang="pt-BR" sz="3200" i="1" dirty="0" err="1"/>
              <a:t>e-class</a:t>
            </a:r>
            <a:r>
              <a:rPr lang="pt-BR" sz="3200" dirty="0"/>
              <a:t>).</a:t>
            </a:r>
          </a:p>
        </p:txBody>
      </p:sp>
      <p:pic>
        <p:nvPicPr>
          <p:cNvPr id="6" name="Espaço Reservado para Imagem 5" descr="Uma imagem contendo no interior, mesa, vaso, azul&#10;&#10;Descrição gerada automaticamente">
            <a:extLst>
              <a:ext uri="{FF2B5EF4-FFF2-40B4-BE49-F238E27FC236}">
                <a16:creationId xmlns:a16="http://schemas.microsoft.com/office/drawing/2014/main" id="{44B8E1B2-F944-4BA8-B219-3FD968CFB1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292"/>
          <a:stretch/>
        </p:blipFill>
        <p:spPr>
          <a:xfrm>
            <a:off x="4933721" y="-19458"/>
            <a:ext cx="7261837" cy="6877457"/>
          </a:xfrm>
          <a:noFill/>
        </p:spPr>
      </p:pic>
    </p:spTree>
    <p:extLst>
      <p:ext uri="{BB962C8B-B14F-4D97-AF65-F5344CB8AC3E}">
        <p14:creationId xmlns:p14="http://schemas.microsoft.com/office/powerpoint/2010/main" val="2199405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202026F-2C1C-4E57-BA62-76C4F5C4C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1" y="959313"/>
            <a:ext cx="4650917" cy="781222"/>
          </a:xfrm>
        </p:spPr>
        <p:txBody>
          <a:bodyPr anchor="b">
            <a:normAutofit fontScale="90000"/>
          </a:bodyPr>
          <a:lstStyle/>
          <a:p>
            <a:r>
              <a:rPr lang="pt-BR" b="1" dirty="0"/>
              <a:t>Atividade 1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437FDF-475B-4EC1-A220-823CE3DD5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1" y="1930400"/>
            <a:ext cx="5400674" cy="3698240"/>
          </a:xfrm>
        </p:spPr>
        <p:txBody>
          <a:bodyPr>
            <a:normAutofit fontScale="85000" lnSpcReduction="20000"/>
          </a:bodyPr>
          <a:lstStyle/>
          <a:p>
            <a:r>
              <a:rPr lang="pt-BR" sz="3200" dirty="0"/>
              <a:t>1.	O que é a mente e qual é a diferença entre mente e corpo?</a:t>
            </a:r>
          </a:p>
          <a:p>
            <a:r>
              <a:rPr lang="pt-BR" sz="3200" dirty="0"/>
              <a:t>2.	O que é monismo materialista e dualismo?</a:t>
            </a:r>
          </a:p>
          <a:p>
            <a:r>
              <a:rPr lang="pt-BR" sz="3200" dirty="0"/>
              <a:t>3.	Qual é a maior dificuldade do monista e a do dualista?</a:t>
            </a:r>
          </a:p>
        </p:txBody>
      </p:sp>
      <p:pic>
        <p:nvPicPr>
          <p:cNvPr id="6" name="Espaço Reservado para Imagem 5" descr="Uma imagem contendo no interior, mesa, vaso, azul&#10;&#10;Descrição gerada automaticamente">
            <a:extLst>
              <a:ext uri="{FF2B5EF4-FFF2-40B4-BE49-F238E27FC236}">
                <a16:creationId xmlns:a16="http://schemas.microsoft.com/office/drawing/2014/main" id="{44B8E1B2-F944-4BA8-B219-3FD968CFB1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292"/>
          <a:stretch/>
        </p:blipFill>
        <p:spPr>
          <a:xfrm>
            <a:off x="4933721" y="-19458"/>
            <a:ext cx="7261837" cy="6877457"/>
          </a:xfrm>
          <a:noFill/>
        </p:spPr>
      </p:pic>
    </p:spTree>
    <p:extLst>
      <p:ext uri="{BB962C8B-B14F-4D97-AF65-F5344CB8AC3E}">
        <p14:creationId xmlns:p14="http://schemas.microsoft.com/office/powerpoint/2010/main" val="107609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70821-1F53-4885-8369-D57AF485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3DB27F60-5153-4172-9E03-5AFCDB2E0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" y="0"/>
            <a:ext cx="12181691" cy="685800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C66D7A0-1570-4B5D-8E80-A95C7BDCB283}"/>
              </a:ext>
            </a:extLst>
          </p:cNvPr>
          <p:cNvSpPr txBox="1">
            <a:spLocks/>
          </p:cNvSpPr>
          <p:nvPr/>
        </p:nvSpPr>
        <p:spPr>
          <a:xfrm>
            <a:off x="2524125" y="1954135"/>
            <a:ext cx="8443456" cy="1344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7200" b="1" dirty="0">
                <a:solidFill>
                  <a:schemeClr val="tx1"/>
                </a:solidFill>
              </a:rPr>
              <a:t>Muito obrigado!</a:t>
            </a:r>
            <a:endParaRPr lang="en-US" sz="7200" b="1" dirty="0">
              <a:solidFill>
                <a:schemeClr val="tx1"/>
              </a:solidFill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7D2FB5-89EF-4683-BBD4-64F8E120638D}"/>
              </a:ext>
            </a:extLst>
          </p:cNvPr>
          <p:cNvSpPr txBox="1">
            <a:spLocks/>
          </p:cNvSpPr>
          <p:nvPr/>
        </p:nvSpPr>
        <p:spPr>
          <a:xfrm>
            <a:off x="2785347" y="3298664"/>
            <a:ext cx="6587253" cy="53991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solidFill>
                  <a:schemeClr val="tx1"/>
                </a:solidFill>
              </a:rPr>
              <a:t>Prof. Vitor </a:t>
            </a:r>
            <a:r>
              <a:rPr lang="pt-BR" b="1" dirty="0" err="1">
                <a:solidFill>
                  <a:schemeClr val="tx1"/>
                </a:solidFill>
              </a:rPr>
              <a:t>Orquiza</a:t>
            </a:r>
            <a:r>
              <a:rPr lang="pt-BR" b="1" dirty="0">
                <a:solidFill>
                  <a:schemeClr val="tx1"/>
                </a:solidFill>
              </a:rPr>
              <a:t> de Carvalho – vitor.orquiza@fgv.br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628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167391_TF11344857.potx" id="{B7A1BD75-8B40-45D3-9A51-802E5E2EBE5A}" vid="{7A148D65-9957-44D7-9314-2EA1F21A3AF6}"/>
    </a:ext>
  </a:extLst>
</a:theme>
</file>

<file path=ppt/theme/theme2.xml><?xml version="1.0" encoding="utf-8"?>
<a:theme xmlns:a="http://schemas.openxmlformats.org/drawingml/2006/main" name="Citável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ACECE1E4-636E-48DB-87ED-4A76DC93378F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809</Words>
  <Application>Microsoft Office PowerPoint</Application>
  <PresentationFormat>Widescreen</PresentationFormat>
  <Paragraphs>64</Paragraphs>
  <Slides>13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Century Gothic</vt:lpstr>
      <vt:lpstr>Garamond</vt:lpstr>
      <vt:lpstr>Trebuchet MS</vt:lpstr>
      <vt:lpstr>Wingdings 2</vt:lpstr>
      <vt:lpstr>RetrospectVTI</vt:lpstr>
      <vt:lpstr>Citável</vt:lpstr>
      <vt:lpstr>Slide do think-cell</vt:lpstr>
      <vt:lpstr>Apresentação do PowerPoint</vt:lpstr>
      <vt:lpstr>OBJETIVOS DA DISCIPLINA</vt:lpstr>
      <vt:lpstr>OBJETIVOS DE APRENDIZAGEM </vt:lpstr>
      <vt:lpstr>DE MODO MAIS CLARO:</vt:lpstr>
      <vt:lpstr> CRITÉRIOS DE AVALIAÇÃO </vt:lpstr>
      <vt:lpstr>TRABALHO DE MÓDULO</vt:lpstr>
      <vt:lpstr>Prazos e regras</vt:lpstr>
      <vt:lpstr>METODOLOGIA</vt:lpstr>
      <vt:lpstr>COMPROMISSOS ÉTICOS </vt:lpstr>
      <vt:lpstr>CRONOGRAMA DE AULAS.</vt:lpstr>
      <vt:lpstr>Atividade 1</vt:lpstr>
      <vt:lpstr>Atividade 1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Vitor Carvalho</dc:creator>
  <cp:lastModifiedBy>Vitor Orquiza de Carvalho</cp:lastModifiedBy>
  <cp:revision>26</cp:revision>
  <dcterms:created xsi:type="dcterms:W3CDTF">2020-08-05T23:44:36Z</dcterms:created>
  <dcterms:modified xsi:type="dcterms:W3CDTF">2026-08-06T13:55:29Z</dcterms:modified>
</cp:coreProperties>
</file>