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4"/>
    <p:sldMasterId id="2147483653" r:id="rId5"/>
    <p:sldMasterId id="2147483654" r:id="rId6"/>
    <p:sldMasterId id="2147483655"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Lst>
  <p:sldSz cy="6858000" cx="9144000"/>
  <p:notesSz cx="6858000" cy="9144000"/>
  <p:embeddedFontLst>
    <p:embeddedFont>
      <p:font typeface="Roboto"/>
      <p:regular r:id="rId59"/>
      <p:bold r:id="rId60"/>
      <p:italic r:id="rId61"/>
      <p:boldItalic r:id="rId62"/>
    </p:embeddedFont>
    <p:embeddedFont>
      <p:font typeface="Montserrat"/>
      <p:regular r:id="rId63"/>
      <p:bold r:id="rId64"/>
      <p:italic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62" Type="http://schemas.openxmlformats.org/officeDocument/2006/relationships/font" Target="fonts/Roboto-boldItalic.fntdata"/><Relationship Id="rId61" Type="http://schemas.openxmlformats.org/officeDocument/2006/relationships/font" Target="fonts/Roboto-italic.fntdata"/><Relationship Id="rId20" Type="http://schemas.openxmlformats.org/officeDocument/2006/relationships/slide" Target="slides/slide12.xml"/><Relationship Id="rId64" Type="http://schemas.openxmlformats.org/officeDocument/2006/relationships/font" Target="fonts/Montserrat-bold.fntdata"/><Relationship Id="rId63" Type="http://schemas.openxmlformats.org/officeDocument/2006/relationships/font" Target="fonts/Montserrat-regular.fntdata"/><Relationship Id="rId22" Type="http://schemas.openxmlformats.org/officeDocument/2006/relationships/slide" Target="slides/slide14.xml"/><Relationship Id="rId66" Type="http://schemas.openxmlformats.org/officeDocument/2006/relationships/font" Target="fonts/Montserrat-boldItalic.fntdata"/><Relationship Id="rId21" Type="http://schemas.openxmlformats.org/officeDocument/2006/relationships/slide" Target="slides/slide13.xml"/><Relationship Id="rId65" Type="http://schemas.openxmlformats.org/officeDocument/2006/relationships/font" Target="fonts/Montserrat-italic.fntdata"/><Relationship Id="rId24" Type="http://schemas.openxmlformats.org/officeDocument/2006/relationships/slide" Target="slides/slide16.xml"/><Relationship Id="rId23" Type="http://schemas.openxmlformats.org/officeDocument/2006/relationships/slide" Target="slides/slide15.xml"/><Relationship Id="rId60" Type="http://schemas.openxmlformats.org/officeDocument/2006/relationships/font" Target="fonts/Roboto-bold.fntdata"/><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11" Type="http://schemas.openxmlformats.org/officeDocument/2006/relationships/slide" Target="slides/slide3.xml"/><Relationship Id="rId55" Type="http://schemas.openxmlformats.org/officeDocument/2006/relationships/slide" Target="slides/slide47.xml"/><Relationship Id="rId10" Type="http://schemas.openxmlformats.org/officeDocument/2006/relationships/slide" Target="slides/slide2.xml"/><Relationship Id="rId54" Type="http://schemas.openxmlformats.org/officeDocument/2006/relationships/slide" Target="slides/slide46.xml"/><Relationship Id="rId13" Type="http://schemas.openxmlformats.org/officeDocument/2006/relationships/slide" Target="slides/slide5.xml"/><Relationship Id="rId57" Type="http://schemas.openxmlformats.org/officeDocument/2006/relationships/slide" Target="slides/slide49.xml"/><Relationship Id="rId12" Type="http://schemas.openxmlformats.org/officeDocument/2006/relationships/slide" Target="slides/slide4.xml"/><Relationship Id="rId56" Type="http://schemas.openxmlformats.org/officeDocument/2006/relationships/slide" Target="slides/slide48.xml"/><Relationship Id="rId15" Type="http://schemas.openxmlformats.org/officeDocument/2006/relationships/slide" Target="slides/slide7.xml"/><Relationship Id="rId59" Type="http://schemas.openxmlformats.org/officeDocument/2006/relationships/font" Target="fonts/Roboto-regular.fntdata"/><Relationship Id="rId14" Type="http://schemas.openxmlformats.org/officeDocument/2006/relationships/slide" Target="slides/slide6.xml"/><Relationship Id="rId58" Type="http://schemas.openxmlformats.org/officeDocument/2006/relationships/slide" Target="slides/slide50.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 name="Google Shape;63;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5fcbfbfead_0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5fcbfbfead_0_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g5fcbfbfead_0_6: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5fcbfbfead_0_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5fcbfbfead_0_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g5fcbfbfead_0_12: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5fcbfbfead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5fcbfbfead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g5fcbfbfead_0_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5fd087e417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5fd087e417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g5fd087e417_0_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6f323e90b0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6f323e90b0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g6f323e90b0_0_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41eca19706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g341eca19706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41eca19706_0_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341eca19706_0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5fd087e417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5fd087e417_0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g5fd087e417_0_7: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e8809bd6ff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ge8809bd6ff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b989f07f16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g3b989f07f16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3ef60b585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3ef60b585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4" name="Google Shape;254;g33ef60b585_0_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3ef60b585_0_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3ef60b585_0_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g33ef60b585_0_9: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f3aebea5ff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f3aebea5ff_0_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gf3aebea5ff_0_7: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f3aebea5ff_0_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f3aebea5ff_0_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gf3aebea5ff_0_17: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ed1fb0dd1f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ed1fb0dd1f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ged1fb0dd1f_0_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rgbClr val="555555"/>
                </a:solidFill>
                <a:highlight>
                  <a:srgbClr val="F9F9F9"/>
                </a:highlight>
                <a:latin typeface="Roboto"/>
                <a:ea typeface="Roboto"/>
                <a:cs typeface="Roboto"/>
                <a:sym typeface="Roboto"/>
              </a:rPr>
              <a:t>você está atrasado para uma reunião e sua camisa se sujou comendo o seu spaguetti preferido no shopping de sua conveniência. Você prontamente ouve pelo alto-falante algo sobre uma promoção de camisas em uma loja logo à frente. Isto se chama vigilância perceptiva.</a:t>
            </a:r>
            <a:endParaRPr/>
          </a:p>
        </p:txBody>
      </p:sp>
      <p:sp>
        <p:nvSpPr>
          <p:cNvPr id="360" name="Google Shape;360;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 name="Shape 18"/>
        <p:cNvGrpSpPr/>
        <p:nvPr/>
      </p:nvGrpSpPr>
      <p:grpSpPr>
        <a:xfrm>
          <a:off x="0" y="0"/>
          <a:ext cx="0" cy="0"/>
          <a:chOff x="0" y="0"/>
          <a:chExt cx="0" cy="0"/>
        </a:xfrm>
      </p:grpSpPr>
      <p:sp>
        <p:nvSpPr>
          <p:cNvPr id="19" name="Google Shape;19;p2"/>
          <p:cNvSpPr txBox="1"/>
          <p:nvPr>
            <p:ph type="ctrTitle"/>
          </p:nvPr>
        </p:nvSpPr>
        <p:spPr>
          <a:xfrm>
            <a:off x="685800" y="685800"/>
            <a:ext cx="7772400" cy="212725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 type="subTitle"/>
          </p:nvPr>
        </p:nvSpPr>
        <p:spPr>
          <a:xfrm>
            <a:off x="1371600" y="3270250"/>
            <a:ext cx="6400800" cy="2209800"/>
          </a:xfrm>
          <a:prstGeom prst="rect">
            <a:avLst/>
          </a:prstGeom>
          <a:noFill/>
          <a:ln>
            <a:noFill/>
          </a:ln>
        </p:spPr>
        <p:txBody>
          <a:bodyPr anchorCtr="0" anchor="t" bIns="45700" lIns="91425" spcFirstLastPara="1" rIns="91425" wrap="square" tIns="45700">
            <a:noAutofit/>
          </a:bodyPr>
          <a:lstStyle>
            <a:lvl1pPr lvl="0" algn="ctr">
              <a:spcBef>
                <a:spcPts val="1040"/>
              </a:spcBef>
              <a:spcAft>
                <a:spcPts val="0"/>
              </a:spcAft>
              <a:buSzPts val="3120"/>
              <a:buFont typeface="Arial"/>
              <a:buNone/>
              <a:defRPr sz="2600"/>
            </a:lvl1pPr>
            <a:lvl2pPr lvl="1" algn="l">
              <a:spcBef>
                <a:spcPts val="360"/>
              </a:spcBef>
              <a:spcAft>
                <a:spcPts val="0"/>
              </a:spcAft>
              <a:buSzPts val="2160"/>
              <a:buChar char="•"/>
              <a:defRPr/>
            </a:lvl2pPr>
            <a:lvl3pPr lvl="2" algn="l">
              <a:spcBef>
                <a:spcPts val="360"/>
              </a:spcBef>
              <a:spcAft>
                <a:spcPts val="0"/>
              </a:spcAft>
              <a:buSzPts val="2160"/>
              <a:buChar char="•"/>
              <a:defRPr/>
            </a:lvl3pPr>
            <a:lvl4pPr lvl="3" algn="l">
              <a:spcBef>
                <a:spcPts val="360"/>
              </a:spcBef>
              <a:spcAft>
                <a:spcPts val="0"/>
              </a:spcAft>
              <a:buSzPts val="2160"/>
              <a:buChar char="•"/>
              <a:defRPr/>
            </a:lvl4pPr>
            <a:lvl5pPr lvl="4" algn="l">
              <a:spcBef>
                <a:spcPts val="360"/>
              </a:spcBef>
              <a:spcAft>
                <a:spcPts val="0"/>
              </a:spcAft>
              <a:buSzPts val="2160"/>
              <a:buChar char="•"/>
              <a:defRPr/>
            </a:lvl5pPr>
            <a:lvl6pPr lvl="5" algn="l">
              <a:spcBef>
                <a:spcPts val="360"/>
              </a:spcBef>
              <a:spcAft>
                <a:spcPts val="0"/>
              </a:spcAft>
              <a:buSzPts val="2160"/>
              <a:buChar char="•"/>
              <a:defRPr/>
            </a:lvl6pPr>
            <a:lvl7pPr lvl="6" algn="l">
              <a:spcBef>
                <a:spcPts val="360"/>
              </a:spcBef>
              <a:spcAft>
                <a:spcPts val="0"/>
              </a:spcAft>
              <a:buSzPts val="2160"/>
              <a:buChar char="•"/>
              <a:defRPr/>
            </a:lvl7pPr>
            <a:lvl8pPr lvl="7" algn="l">
              <a:spcBef>
                <a:spcPts val="360"/>
              </a:spcBef>
              <a:spcAft>
                <a:spcPts val="0"/>
              </a:spcAft>
              <a:buSzPts val="2160"/>
              <a:buChar char="•"/>
              <a:defRPr/>
            </a:lvl8pPr>
            <a:lvl9pPr lvl="8" algn="l">
              <a:spcBef>
                <a:spcPts val="360"/>
              </a:spcBef>
              <a:spcAft>
                <a:spcPts val="0"/>
              </a:spcAft>
              <a:buSzPts val="216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 name="Shape 30"/>
        <p:cNvGrpSpPr/>
        <p:nvPr/>
      </p:nvGrpSpPr>
      <p:grpSpPr>
        <a:xfrm>
          <a:off x="0" y="0"/>
          <a:ext cx="0" cy="0"/>
          <a:chOff x="0" y="0"/>
          <a:chExt cx="0" cy="0"/>
        </a:xfrm>
      </p:grpSpPr>
      <p:sp>
        <p:nvSpPr>
          <p:cNvPr id="31" name="Google Shape;31;p4"/>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lvl1pPr indent="-441960" lvl="0" marL="457200" algn="l">
              <a:spcBef>
                <a:spcPts val="1120"/>
              </a:spcBef>
              <a:spcAft>
                <a:spcPts val="0"/>
              </a:spcAft>
              <a:buSzPts val="3360"/>
              <a:buFont typeface="Arial"/>
              <a:buChar char="•"/>
              <a:defRPr sz="2800"/>
            </a:lvl1pPr>
            <a:lvl2pPr indent="-441960" lvl="1" marL="914400" algn="l">
              <a:spcBef>
                <a:spcPts val="560"/>
              </a:spcBef>
              <a:spcAft>
                <a:spcPts val="0"/>
              </a:spcAft>
              <a:buSzPts val="3360"/>
              <a:buFont typeface="Arial"/>
              <a:buChar char="•"/>
              <a:defRPr sz="2800"/>
            </a:lvl2pPr>
            <a:lvl3pPr indent="-441960" lvl="2" marL="1371600" algn="l">
              <a:spcBef>
                <a:spcPts val="560"/>
              </a:spcBef>
              <a:spcAft>
                <a:spcPts val="0"/>
              </a:spcAft>
              <a:buSzPts val="3360"/>
              <a:buFont typeface="Arial"/>
              <a:buChar char="•"/>
              <a:defRPr sz="2800"/>
            </a:lvl3pPr>
            <a:lvl4pPr indent="-365760" lvl="3" marL="1828800" algn="l">
              <a:spcBef>
                <a:spcPts val="360"/>
              </a:spcBef>
              <a:spcAft>
                <a:spcPts val="0"/>
              </a:spcAft>
              <a:buSzPts val="2160"/>
              <a:buChar char="•"/>
              <a:defRPr/>
            </a:lvl4pPr>
            <a:lvl5pPr indent="-365760" lvl="4" marL="2286000" algn="l">
              <a:spcBef>
                <a:spcPts val="360"/>
              </a:spcBef>
              <a:spcAft>
                <a:spcPts val="0"/>
              </a:spcAft>
              <a:buSzPts val="2160"/>
              <a:buChar char="•"/>
              <a:defRPr/>
            </a:lvl5pPr>
            <a:lvl6pPr indent="-365760" lvl="5" marL="2743200" algn="l">
              <a:spcBef>
                <a:spcPts val="360"/>
              </a:spcBef>
              <a:spcAft>
                <a:spcPts val="0"/>
              </a:spcAft>
              <a:buSzPts val="2160"/>
              <a:buChar char="•"/>
              <a:defRPr/>
            </a:lvl6pPr>
            <a:lvl7pPr indent="-365760" lvl="6" marL="3200400" algn="l">
              <a:spcBef>
                <a:spcPts val="360"/>
              </a:spcBef>
              <a:spcAft>
                <a:spcPts val="0"/>
              </a:spcAft>
              <a:buSzPts val="2160"/>
              <a:buChar char="•"/>
              <a:defRPr/>
            </a:lvl7pPr>
            <a:lvl8pPr indent="-365760" lvl="7" marL="3657600" algn="l">
              <a:spcBef>
                <a:spcPts val="360"/>
              </a:spcBef>
              <a:spcAft>
                <a:spcPts val="0"/>
              </a:spcAft>
              <a:buSzPts val="2160"/>
              <a:buChar char="•"/>
              <a:defRPr/>
            </a:lvl8pPr>
            <a:lvl9pPr indent="-365760" lvl="8" marL="4114800" algn="l">
              <a:spcBef>
                <a:spcPts val="360"/>
              </a:spcBef>
              <a:spcAft>
                <a:spcPts val="0"/>
              </a:spcAft>
              <a:buSzPts val="2160"/>
              <a:buChar char="•"/>
              <a:defRPr/>
            </a:lvl9pPr>
          </a:lstStyle>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6"/>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 type="body"/>
          </p:nvPr>
        </p:nvSpPr>
        <p:spPr>
          <a:xfrm>
            <a:off x="457200" y="1371600"/>
            <a:ext cx="4038600" cy="4759325"/>
          </a:xfrm>
          <a:prstGeom prst="rect">
            <a:avLst/>
          </a:prstGeom>
          <a:noFill/>
          <a:ln>
            <a:noFill/>
          </a:ln>
        </p:spPr>
        <p:txBody>
          <a:bodyPr anchorCtr="0" anchor="t" bIns="45700" lIns="91425" spcFirstLastPara="1" rIns="91425" wrap="square" tIns="45700">
            <a:noAutofit/>
          </a:bodyPr>
          <a:lstStyle>
            <a:lvl1pPr indent="-441960" lvl="0" marL="457200" algn="l">
              <a:spcBef>
                <a:spcPts val="1120"/>
              </a:spcBef>
              <a:spcAft>
                <a:spcPts val="0"/>
              </a:spcAft>
              <a:buSzPts val="3360"/>
              <a:buFont typeface="Arial"/>
              <a:buChar char="•"/>
              <a:defRPr sz="2800"/>
            </a:lvl1pPr>
            <a:lvl2pPr indent="-411480" lvl="1" marL="914400" algn="l">
              <a:spcBef>
                <a:spcPts val="480"/>
              </a:spcBef>
              <a:spcAft>
                <a:spcPts val="0"/>
              </a:spcAft>
              <a:buSzPts val="2880"/>
              <a:buFont typeface="Arial"/>
              <a:buChar char="•"/>
              <a:defRPr sz="2400"/>
            </a:lvl2pPr>
            <a:lvl3pPr indent="-381000" lvl="2" marL="1371600" algn="l">
              <a:spcBef>
                <a:spcPts val="400"/>
              </a:spcBef>
              <a:spcAft>
                <a:spcPts val="0"/>
              </a:spcAft>
              <a:buSzPts val="2400"/>
              <a:buFont typeface="Arial"/>
              <a:buChar char="•"/>
              <a:defRPr sz="2000"/>
            </a:lvl3pPr>
            <a:lvl4pPr indent="-365760" lvl="3" marL="1828800" algn="l">
              <a:spcBef>
                <a:spcPts val="360"/>
              </a:spcBef>
              <a:spcAft>
                <a:spcPts val="0"/>
              </a:spcAft>
              <a:buSzPts val="2160"/>
              <a:buFont typeface="Arial"/>
              <a:buChar char="•"/>
              <a:defRPr sz="1800"/>
            </a:lvl4pPr>
            <a:lvl5pPr indent="-365760" lvl="4" marL="2286000" algn="l">
              <a:spcBef>
                <a:spcPts val="360"/>
              </a:spcBef>
              <a:spcAft>
                <a:spcPts val="0"/>
              </a:spcAft>
              <a:buSzPts val="2160"/>
              <a:buFont typeface="Arial"/>
              <a:buChar char="•"/>
              <a:defRPr sz="1800"/>
            </a:lvl5pPr>
            <a:lvl6pPr indent="-365760" lvl="5" marL="2743200" algn="l">
              <a:spcBef>
                <a:spcPts val="360"/>
              </a:spcBef>
              <a:spcAft>
                <a:spcPts val="0"/>
              </a:spcAft>
              <a:buSzPts val="2160"/>
              <a:buFont typeface="Arial"/>
              <a:buChar char="•"/>
              <a:defRPr sz="1800"/>
            </a:lvl6pPr>
            <a:lvl7pPr indent="-365760" lvl="6" marL="3200400" algn="l">
              <a:spcBef>
                <a:spcPts val="360"/>
              </a:spcBef>
              <a:spcAft>
                <a:spcPts val="0"/>
              </a:spcAft>
              <a:buSzPts val="2160"/>
              <a:buFont typeface="Arial"/>
              <a:buChar char="•"/>
              <a:defRPr sz="1800"/>
            </a:lvl7pPr>
            <a:lvl8pPr indent="-365760" lvl="7" marL="3657600" algn="l">
              <a:spcBef>
                <a:spcPts val="360"/>
              </a:spcBef>
              <a:spcAft>
                <a:spcPts val="0"/>
              </a:spcAft>
              <a:buSzPts val="2160"/>
              <a:buFont typeface="Arial"/>
              <a:buChar char="•"/>
              <a:defRPr sz="1800"/>
            </a:lvl8pPr>
            <a:lvl9pPr indent="-365760" lvl="8" marL="4114800" algn="l">
              <a:spcBef>
                <a:spcPts val="360"/>
              </a:spcBef>
              <a:spcAft>
                <a:spcPts val="0"/>
              </a:spcAft>
              <a:buSzPts val="2160"/>
              <a:buFont typeface="Arial"/>
              <a:buChar char="•"/>
              <a:defRPr sz="1800"/>
            </a:lvl9pPr>
          </a:lstStyle>
          <a:p/>
        </p:txBody>
      </p:sp>
      <p:sp>
        <p:nvSpPr>
          <p:cNvPr id="45" name="Google Shape;45;p6"/>
          <p:cNvSpPr txBox="1"/>
          <p:nvPr>
            <p:ph idx="2" type="body"/>
          </p:nvPr>
        </p:nvSpPr>
        <p:spPr>
          <a:xfrm>
            <a:off x="4648200" y="1371600"/>
            <a:ext cx="4038600" cy="4759325"/>
          </a:xfrm>
          <a:prstGeom prst="rect">
            <a:avLst/>
          </a:prstGeom>
          <a:noFill/>
          <a:ln>
            <a:noFill/>
          </a:ln>
        </p:spPr>
        <p:txBody>
          <a:bodyPr anchorCtr="0" anchor="t" bIns="45700" lIns="91425" spcFirstLastPara="1" rIns="91425" wrap="square" tIns="45700">
            <a:noAutofit/>
          </a:bodyPr>
          <a:lstStyle>
            <a:lvl1pPr indent="-441960" lvl="0" marL="457200" algn="l">
              <a:spcBef>
                <a:spcPts val="1120"/>
              </a:spcBef>
              <a:spcAft>
                <a:spcPts val="0"/>
              </a:spcAft>
              <a:buSzPts val="3360"/>
              <a:buFont typeface="Arial"/>
              <a:buChar char="•"/>
              <a:defRPr sz="2800"/>
            </a:lvl1pPr>
            <a:lvl2pPr indent="-411480" lvl="1" marL="914400" algn="l">
              <a:spcBef>
                <a:spcPts val="480"/>
              </a:spcBef>
              <a:spcAft>
                <a:spcPts val="0"/>
              </a:spcAft>
              <a:buSzPts val="2880"/>
              <a:buFont typeface="Arial"/>
              <a:buChar char="•"/>
              <a:defRPr sz="2400"/>
            </a:lvl2pPr>
            <a:lvl3pPr indent="-381000" lvl="2" marL="1371600" algn="l">
              <a:spcBef>
                <a:spcPts val="400"/>
              </a:spcBef>
              <a:spcAft>
                <a:spcPts val="0"/>
              </a:spcAft>
              <a:buSzPts val="2400"/>
              <a:buFont typeface="Arial"/>
              <a:buChar char="•"/>
              <a:defRPr sz="2000"/>
            </a:lvl3pPr>
            <a:lvl4pPr indent="-365760" lvl="3" marL="1828800" algn="l">
              <a:spcBef>
                <a:spcPts val="360"/>
              </a:spcBef>
              <a:spcAft>
                <a:spcPts val="0"/>
              </a:spcAft>
              <a:buSzPts val="2160"/>
              <a:buFont typeface="Arial"/>
              <a:buChar char="•"/>
              <a:defRPr sz="1800"/>
            </a:lvl4pPr>
            <a:lvl5pPr indent="-365760" lvl="4" marL="2286000" algn="l">
              <a:spcBef>
                <a:spcPts val="360"/>
              </a:spcBef>
              <a:spcAft>
                <a:spcPts val="0"/>
              </a:spcAft>
              <a:buSzPts val="2160"/>
              <a:buFont typeface="Arial"/>
              <a:buChar char="•"/>
              <a:defRPr sz="1800"/>
            </a:lvl5pPr>
            <a:lvl6pPr indent="-365760" lvl="5" marL="2743200" algn="l">
              <a:spcBef>
                <a:spcPts val="360"/>
              </a:spcBef>
              <a:spcAft>
                <a:spcPts val="0"/>
              </a:spcAft>
              <a:buSzPts val="2160"/>
              <a:buFont typeface="Arial"/>
              <a:buChar char="•"/>
              <a:defRPr sz="1800"/>
            </a:lvl6pPr>
            <a:lvl7pPr indent="-365760" lvl="6" marL="3200400" algn="l">
              <a:spcBef>
                <a:spcPts val="360"/>
              </a:spcBef>
              <a:spcAft>
                <a:spcPts val="0"/>
              </a:spcAft>
              <a:buSzPts val="2160"/>
              <a:buFont typeface="Arial"/>
              <a:buChar char="•"/>
              <a:defRPr sz="1800"/>
            </a:lvl7pPr>
            <a:lvl8pPr indent="-365760" lvl="7" marL="3657600" algn="l">
              <a:spcBef>
                <a:spcPts val="360"/>
              </a:spcBef>
              <a:spcAft>
                <a:spcPts val="0"/>
              </a:spcAft>
              <a:buSzPts val="2160"/>
              <a:buFont typeface="Arial"/>
              <a:buChar char="•"/>
              <a:defRPr sz="1800"/>
            </a:lvl8pPr>
            <a:lvl9pPr indent="-365760" lvl="8" marL="4114800" algn="l">
              <a:spcBef>
                <a:spcPts val="360"/>
              </a:spcBef>
              <a:spcAft>
                <a:spcPts val="0"/>
              </a:spcAft>
              <a:buSzPts val="2160"/>
              <a:buFont typeface="Arial"/>
              <a:buChar char="•"/>
              <a:defRPr sz="1800"/>
            </a:lvl9pPr>
          </a:lstStyle>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8"/>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2" type="sldNum"/>
          </p:nvPr>
        </p:nvSpPr>
        <p:spPr>
          <a:xfrm>
            <a:off x="6553200" y="6477000"/>
            <a:ext cx="2133600" cy="2286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1pPr>
            <a:lvl2pPr indent="0" lvl="1" marL="0" marR="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2pPr>
            <a:lvl3pPr indent="0" lvl="2" marL="0" marR="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3pPr>
            <a:lvl4pPr indent="0" lvl="3" marL="0" marR="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4pPr>
            <a:lvl5pPr indent="0" lvl="4" marL="0" marR="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5pPr>
            <a:lvl6pPr indent="0" lvl="5" marL="0" marR="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6pPr>
            <a:lvl7pPr indent="0" lvl="6" marL="0" marR="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7pPr>
            <a:lvl8pPr indent="0" lvl="7" marL="0" marR="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8pPr>
            <a:lvl9pPr indent="0" lvl="8" marL="0" marR="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9pPr>
          </a:lstStyle>
          <a:p>
            <a:pPr indent="0" lvl="0" marL="0" rtl="0" algn="r">
              <a:spcBef>
                <a:spcPts val="0"/>
              </a:spcBef>
              <a:spcAft>
                <a:spcPts val="0"/>
              </a:spcAft>
              <a:buNone/>
            </a:pPr>
            <a:r>
              <a:rPr lang="en-US"/>
              <a:t>2-</a:t>
            </a:r>
            <a:fld id="{00000000-1234-1234-1234-123412341234}" type="slidenum">
              <a:rPr lang="en-US"/>
              <a:t>‹#›</a:t>
            </a:fld>
            <a:endParaRPr/>
          </a:p>
        </p:txBody>
      </p:sp>
      <p:sp>
        <p:nvSpPr>
          <p:cNvPr id="60" name="Google Shape;60;p8"/>
          <p:cNvSpPr txBox="1"/>
          <p:nvPr>
            <p:ph idx="11" type="ftr"/>
          </p:nvPr>
        </p:nvSpPr>
        <p:spPr>
          <a:xfrm>
            <a:off x="381000" y="6324600"/>
            <a:ext cx="5791200" cy="533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1000">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5.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cxnSp>
        <p:nvCxnSpPr>
          <p:cNvPr id="10" name="Google Shape;10;p1"/>
          <p:cNvCxnSpPr/>
          <p:nvPr/>
        </p:nvCxnSpPr>
        <p:spPr>
          <a:xfrm>
            <a:off x="685800" y="1219200"/>
            <a:ext cx="7848600" cy="0"/>
          </a:xfrm>
          <a:prstGeom prst="straightConnector1">
            <a:avLst/>
          </a:prstGeom>
          <a:noFill/>
          <a:ln cap="flat" cmpd="sng" w="63500">
            <a:solidFill>
              <a:srgbClr val="6699FF"/>
            </a:solidFill>
            <a:prstDash val="solid"/>
            <a:miter lim="800000"/>
            <a:headEnd len="med" w="med" type="none"/>
            <a:tailEnd len="med" w="med" type="none"/>
          </a:ln>
        </p:spPr>
      </p:cxnSp>
      <p:sp>
        <p:nvSpPr>
          <p:cNvPr id="11" name="Google Shape;11;p1"/>
          <p:cNvSpPr txBox="1"/>
          <p:nvPr/>
        </p:nvSpPr>
        <p:spPr>
          <a:xfrm>
            <a:off x="0" y="5486400"/>
            <a:ext cx="228600" cy="1371600"/>
          </a:xfrm>
          <a:prstGeom prst="rect">
            <a:avLst/>
          </a:prstGeom>
          <a:solidFill>
            <a:srgbClr val="0000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2" name="Google Shape;12;p1"/>
          <p:cNvSpPr txBox="1"/>
          <p:nvPr/>
        </p:nvSpPr>
        <p:spPr>
          <a:xfrm>
            <a:off x="0" y="4114800"/>
            <a:ext cx="228600" cy="1371600"/>
          </a:xfrm>
          <a:prstGeom prst="rect">
            <a:avLst/>
          </a:prstGeom>
          <a:solidFill>
            <a:srgbClr val="9966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3" name="Google Shape;13;p1"/>
          <p:cNvSpPr txBox="1"/>
          <p:nvPr/>
        </p:nvSpPr>
        <p:spPr>
          <a:xfrm>
            <a:off x="0" y="2743200"/>
            <a:ext cx="228600" cy="1371600"/>
          </a:xfrm>
          <a:prstGeom prst="rect">
            <a:avLst/>
          </a:prstGeom>
          <a:solidFill>
            <a:srgbClr val="0099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4" name="Google Shape;14;p1"/>
          <p:cNvSpPr txBox="1"/>
          <p:nvPr/>
        </p:nvSpPr>
        <p:spPr>
          <a:xfrm>
            <a:off x="0" y="1371600"/>
            <a:ext cx="228600" cy="1371600"/>
          </a:xfrm>
          <a:prstGeom prst="rect">
            <a:avLst/>
          </a:prstGeom>
          <a:solidFill>
            <a:srgbClr val="CC00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5" name="Google Shape;15;p1"/>
          <p:cNvSpPr txBox="1"/>
          <p:nvPr/>
        </p:nvSpPr>
        <p:spPr>
          <a:xfrm>
            <a:off x="0" y="0"/>
            <a:ext cx="228600" cy="1371600"/>
          </a:xfrm>
          <a:prstGeom prst="rect">
            <a:avLst/>
          </a:prstGeom>
          <a:solidFill>
            <a:srgbClr val="8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6" name="Google Shape;16;p1"/>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1pPr>
            <a:lvl2pPr lvl="1"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2pPr>
            <a:lvl3pPr lvl="2"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3pPr>
            <a:lvl4pPr lvl="3"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4pPr>
            <a:lvl5pPr lvl="4"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5pPr>
            <a:lvl6pPr lvl="5"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6pPr>
            <a:lvl7pPr lvl="6"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7pPr>
            <a:lvl8pPr lvl="7"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8pPr>
            <a:lvl9pPr lvl="8"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9pPr>
          </a:lstStyle>
          <a:p/>
        </p:txBody>
      </p:sp>
      <p:sp>
        <p:nvSpPr>
          <p:cNvPr id="17" name="Google Shape;17;p1"/>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lvl1pPr indent="-411480" lvl="0" marL="457200" marR="0" rtl="0" algn="l">
              <a:spcBef>
                <a:spcPts val="96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1pPr>
            <a:lvl2pPr indent="-411480" lvl="1" marL="9144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2pPr>
            <a:lvl3pPr indent="-411480" lvl="2" marL="13716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3pPr>
            <a:lvl4pPr indent="-411480" lvl="3" marL="18288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4pPr>
            <a:lvl5pPr indent="-411480" lvl="4" marL="22860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5pPr>
            <a:lvl6pPr indent="-411480" lvl="5" marL="27432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6pPr>
            <a:lvl7pPr indent="-411480" lvl="6" marL="32004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7pPr>
            <a:lvl8pPr indent="-411480" lvl="7" marL="36576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8pPr>
            <a:lvl9pPr indent="-411480" lvl="8" marL="41148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 name="Shape 21"/>
        <p:cNvGrpSpPr/>
        <p:nvPr/>
      </p:nvGrpSpPr>
      <p:grpSpPr>
        <a:xfrm>
          <a:off x="0" y="0"/>
          <a:ext cx="0" cy="0"/>
          <a:chOff x="0" y="0"/>
          <a:chExt cx="0" cy="0"/>
        </a:xfrm>
      </p:grpSpPr>
      <p:cxnSp>
        <p:nvCxnSpPr>
          <p:cNvPr id="22" name="Google Shape;22;p3"/>
          <p:cNvCxnSpPr/>
          <p:nvPr/>
        </p:nvCxnSpPr>
        <p:spPr>
          <a:xfrm>
            <a:off x="457200" y="1143000"/>
            <a:ext cx="8077200" cy="0"/>
          </a:xfrm>
          <a:prstGeom prst="straightConnector1">
            <a:avLst/>
          </a:prstGeom>
          <a:noFill/>
          <a:ln cap="flat" cmpd="sng" w="63500">
            <a:solidFill>
              <a:srgbClr val="6699FF"/>
            </a:solidFill>
            <a:prstDash val="solid"/>
            <a:miter lim="800000"/>
            <a:headEnd len="med" w="med" type="none"/>
            <a:tailEnd len="med" w="med" type="none"/>
          </a:ln>
        </p:spPr>
      </p:cxnSp>
      <p:sp>
        <p:nvSpPr>
          <p:cNvPr id="23" name="Google Shape;23;p3"/>
          <p:cNvSpPr txBox="1"/>
          <p:nvPr/>
        </p:nvSpPr>
        <p:spPr>
          <a:xfrm>
            <a:off x="0" y="5486400"/>
            <a:ext cx="228600" cy="1371600"/>
          </a:xfrm>
          <a:prstGeom prst="rect">
            <a:avLst/>
          </a:prstGeom>
          <a:solidFill>
            <a:srgbClr val="0000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24" name="Google Shape;24;p3"/>
          <p:cNvSpPr txBox="1"/>
          <p:nvPr/>
        </p:nvSpPr>
        <p:spPr>
          <a:xfrm>
            <a:off x="0" y="4114800"/>
            <a:ext cx="228600" cy="1371600"/>
          </a:xfrm>
          <a:prstGeom prst="rect">
            <a:avLst/>
          </a:prstGeom>
          <a:solidFill>
            <a:srgbClr val="9966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25" name="Google Shape;25;p3"/>
          <p:cNvSpPr txBox="1"/>
          <p:nvPr/>
        </p:nvSpPr>
        <p:spPr>
          <a:xfrm>
            <a:off x="0" y="2743200"/>
            <a:ext cx="228600" cy="1371600"/>
          </a:xfrm>
          <a:prstGeom prst="rect">
            <a:avLst/>
          </a:prstGeom>
          <a:solidFill>
            <a:srgbClr val="0099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26" name="Google Shape;26;p3"/>
          <p:cNvSpPr txBox="1"/>
          <p:nvPr/>
        </p:nvSpPr>
        <p:spPr>
          <a:xfrm>
            <a:off x="0" y="1371600"/>
            <a:ext cx="228600" cy="1371600"/>
          </a:xfrm>
          <a:prstGeom prst="rect">
            <a:avLst/>
          </a:prstGeom>
          <a:solidFill>
            <a:srgbClr val="CC00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27" name="Google Shape;27;p3"/>
          <p:cNvSpPr txBox="1"/>
          <p:nvPr/>
        </p:nvSpPr>
        <p:spPr>
          <a:xfrm>
            <a:off x="0" y="0"/>
            <a:ext cx="228600" cy="1371600"/>
          </a:xfrm>
          <a:prstGeom prst="rect">
            <a:avLst/>
          </a:prstGeom>
          <a:solidFill>
            <a:srgbClr val="8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28" name="Google Shape;28;p3"/>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1pPr>
            <a:lvl2pPr lvl="1"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2pPr>
            <a:lvl3pPr lvl="2"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3pPr>
            <a:lvl4pPr lvl="3"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4pPr>
            <a:lvl5pPr lvl="4"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5pPr>
            <a:lvl6pPr lvl="5"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6pPr>
            <a:lvl7pPr lvl="6"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7pPr>
            <a:lvl8pPr lvl="7"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8pPr>
            <a:lvl9pPr lvl="8"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9pPr>
          </a:lstStyle>
          <a:p/>
        </p:txBody>
      </p:sp>
      <p:sp>
        <p:nvSpPr>
          <p:cNvPr id="29" name="Google Shape;29;p3"/>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lvl1pPr indent="-411480" lvl="0" marL="457200" marR="0" rtl="0" algn="l">
              <a:spcBef>
                <a:spcPts val="96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1pPr>
            <a:lvl2pPr indent="-411480" lvl="1" marL="9144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2pPr>
            <a:lvl3pPr indent="-411480" lvl="2" marL="13716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3pPr>
            <a:lvl4pPr indent="-411480" lvl="3" marL="18288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4pPr>
            <a:lvl5pPr indent="-411480" lvl="4" marL="22860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5pPr>
            <a:lvl6pPr indent="-411480" lvl="5" marL="27432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6pPr>
            <a:lvl7pPr indent="-411480" lvl="6" marL="32004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7pPr>
            <a:lvl8pPr indent="-411480" lvl="7" marL="36576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8pPr>
            <a:lvl9pPr indent="-411480" lvl="8" marL="41148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Lst>
  <p:transition spd="slow">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 name="Shape 33"/>
        <p:cNvGrpSpPr/>
        <p:nvPr/>
      </p:nvGrpSpPr>
      <p:grpSpPr>
        <a:xfrm>
          <a:off x="0" y="0"/>
          <a:ext cx="0" cy="0"/>
          <a:chOff x="0" y="0"/>
          <a:chExt cx="0" cy="0"/>
        </a:xfrm>
      </p:grpSpPr>
      <p:cxnSp>
        <p:nvCxnSpPr>
          <p:cNvPr id="34" name="Google Shape;34;p5"/>
          <p:cNvCxnSpPr/>
          <p:nvPr/>
        </p:nvCxnSpPr>
        <p:spPr>
          <a:xfrm>
            <a:off x="457200" y="1143000"/>
            <a:ext cx="8077200" cy="0"/>
          </a:xfrm>
          <a:prstGeom prst="straightConnector1">
            <a:avLst/>
          </a:prstGeom>
          <a:noFill/>
          <a:ln cap="flat" cmpd="sng" w="63500">
            <a:solidFill>
              <a:srgbClr val="6699FF"/>
            </a:solidFill>
            <a:prstDash val="solid"/>
            <a:miter lim="800000"/>
            <a:headEnd len="med" w="med" type="none"/>
            <a:tailEnd len="med" w="med" type="none"/>
          </a:ln>
        </p:spPr>
      </p:cxnSp>
      <p:sp>
        <p:nvSpPr>
          <p:cNvPr id="35" name="Google Shape;35;p5"/>
          <p:cNvSpPr txBox="1"/>
          <p:nvPr/>
        </p:nvSpPr>
        <p:spPr>
          <a:xfrm>
            <a:off x="0" y="5486400"/>
            <a:ext cx="228600" cy="1371600"/>
          </a:xfrm>
          <a:prstGeom prst="rect">
            <a:avLst/>
          </a:prstGeom>
          <a:solidFill>
            <a:srgbClr val="0000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6" name="Google Shape;36;p5"/>
          <p:cNvSpPr txBox="1"/>
          <p:nvPr/>
        </p:nvSpPr>
        <p:spPr>
          <a:xfrm>
            <a:off x="0" y="4114800"/>
            <a:ext cx="228600" cy="1371600"/>
          </a:xfrm>
          <a:prstGeom prst="rect">
            <a:avLst/>
          </a:prstGeom>
          <a:solidFill>
            <a:srgbClr val="9966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7" name="Google Shape;37;p5"/>
          <p:cNvSpPr txBox="1"/>
          <p:nvPr/>
        </p:nvSpPr>
        <p:spPr>
          <a:xfrm>
            <a:off x="0" y="2743200"/>
            <a:ext cx="228600" cy="1371600"/>
          </a:xfrm>
          <a:prstGeom prst="rect">
            <a:avLst/>
          </a:prstGeom>
          <a:solidFill>
            <a:srgbClr val="0099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8" name="Google Shape;38;p5"/>
          <p:cNvSpPr txBox="1"/>
          <p:nvPr/>
        </p:nvSpPr>
        <p:spPr>
          <a:xfrm>
            <a:off x="0" y="1371600"/>
            <a:ext cx="228600" cy="1371600"/>
          </a:xfrm>
          <a:prstGeom prst="rect">
            <a:avLst/>
          </a:prstGeom>
          <a:solidFill>
            <a:srgbClr val="CC00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9" name="Google Shape;39;p5"/>
          <p:cNvSpPr txBox="1"/>
          <p:nvPr/>
        </p:nvSpPr>
        <p:spPr>
          <a:xfrm>
            <a:off x="0" y="0"/>
            <a:ext cx="228600" cy="1371600"/>
          </a:xfrm>
          <a:prstGeom prst="rect">
            <a:avLst/>
          </a:prstGeom>
          <a:solidFill>
            <a:srgbClr val="8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40" name="Google Shape;40;p5"/>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1pPr>
            <a:lvl2pPr lvl="1"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2pPr>
            <a:lvl3pPr lvl="2"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3pPr>
            <a:lvl4pPr lvl="3"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4pPr>
            <a:lvl5pPr lvl="4"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5pPr>
            <a:lvl6pPr lvl="5"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6pPr>
            <a:lvl7pPr lvl="6"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7pPr>
            <a:lvl8pPr lvl="7"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8pPr>
            <a:lvl9pPr lvl="8"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9pPr>
          </a:lstStyle>
          <a:p/>
        </p:txBody>
      </p:sp>
      <p:sp>
        <p:nvSpPr>
          <p:cNvPr id="41" name="Google Shape;41;p5"/>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lvl1pPr indent="-411480" lvl="0" marL="457200" marR="0" rtl="0" algn="l">
              <a:spcBef>
                <a:spcPts val="96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1pPr>
            <a:lvl2pPr indent="-411480" lvl="1" marL="9144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2pPr>
            <a:lvl3pPr indent="-411480" lvl="2" marL="13716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3pPr>
            <a:lvl4pPr indent="-411480" lvl="3" marL="18288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4pPr>
            <a:lvl5pPr indent="-411480" lvl="4" marL="22860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5pPr>
            <a:lvl6pPr indent="-411480" lvl="5" marL="27432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6pPr>
            <a:lvl7pPr indent="-411480" lvl="6" marL="32004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7pPr>
            <a:lvl8pPr indent="-411480" lvl="7" marL="36576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8pPr>
            <a:lvl9pPr indent="-411480" lvl="8" marL="41148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0" r:id="rId1"/>
  </p:sldLayoutIdLst>
  <p:transition spd="slow">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 name="Shape 46"/>
        <p:cNvGrpSpPr/>
        <p:nvPr/>
      </p:nvGrpSpPr>
      <p:grpSpPr>
        <a:xfrm>
          <a:off x="0" y="0"/>
          <a:ext cx="0" cy="0"/>
          <a:chOff x="0" y="0"/>
          <a:chExt cx="0" cy="0"/>
        </a:xfrm>
      </p:grpSpPr>
      <p:cxnSp>
        <p:nvCxnSpPr>
          <p:cNvPr id="47" name="Google Shape;47;p7"/>
          <p:cNvCxnSpPr/>
          <p:nvPr/>
        </p:nvCxnSpPr>
        <p:spPr>
          <a:xfrm>
            <a:off x="457200" y="1143000"/>
            <a:ext cx="8077200" cy="0"/>
          </a:xfrm>
          <a:prstGeom prst="straightConnector1">
            <a:avLst/>
          </a:prstGeom>
          <a:noFill/>
          <a:ln cap="flat" cmpd="sng" w="63500">
            <a:solidFill>
              <a:srgbClr val="6699FF"/>
            </a:solidFill>
            <a:prstDash val="solid"/>
            <a:miter lim="800000"/>
            <a:headEnd len="med" w="med" type="none"/>
            <a:tailEnd len="med" w="med" type="none"/>
          </a:ln>
        </p:spPr>
      </p:cxnSp>
      <p:sp>
        <p:nvSpPr>
          <p:cNvPr id="48" name="Google Shape;48;p7"/>
          <p:cNvSpPr txBox="1"/>
          <p:nvPr/>
        </p:nvSpPr>
        <p:spPr>
          <a:xfrm>
            <a:off x="0" y="5486400"/>
            <a:ext cx="228600" cy="1371600"/>
          </a:xfrm>
          <a:prstGeom prst="rect">
            <a:avLst/>
          </a:prstGeom>
          <a:solidFill>
            <a:srgbClr val="0000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49" name="Google Shape;49;p7"/>
          <p:cNvSpPr txBox="1"/>
          <p:nvPr/>
        </p:nvSpPr>
        <p:spPr>
          <a:xfrm>
            <a:off x="0" y="4114800"/>
            <a:ext cx="228600" cy="1371600"/>
          </a:xfrm>
          <a:prstGeom prst="rect">
            <a:avLst/>
          </a:prstGeom>
          <a:solidFill>
            <a:srgbClr val="99663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50" name="Google Shape;50;p7"/>
          <p:cNvSpPr txBox="1"/>
          <p:nvPr/>
        </p:nvSpPr>
        <p:spPr>
          <a:xfrm>
            <a:off x="0" y="2743200"/>
            <a:ext cx="228600" cy="1371600"/>
          </a:xfrm>
          <a:prstGeom prst="rect">
            <a:avLst/>
          </a:prstGeom>
          <a:solidFill>
            <a:srgbClr val="0099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51" name="Google Shape;51;p7"/>
          <p:cNvSpPr txBox="1"/>
          <p:nvPr/>
        </p:nvSpPr>
        <p:spPr>
          <a:xfrm>
            <a:off x="0" y="1371600"/>
            <a:ext cx="228600" cy="1371600"/>
          </a:xfrm>
          <a:prstGeom prst="rect">
            <a:avLst/>
          </a:prstGeom>
          <a:solidFill>
            <a:srgbClr val="CC006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52" name="Google Shape;52;p7"/>
          <p:cNvSpPr txBox="1"/>
          <p:nvPr/>
        </p:nvSpPr>
        <p:spPr>
          <a:xfrm>
            <a:off x="0" y="0"/>
            <a:ext cx="228600" cy="1371600"/>
          </a:xfrm>
          <a:prstGeom prst="rect">
            <a:avLst/>
          </a:prstGeom>
          <a:solidFill>
            <a:srgbClr val="808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53" name="Google Shape;53;p7"/>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1pPr>
            <a:lvl2pPr lvl="1"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2pPr>
            <a:lvl3pPr lvl="2"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3pPr>
            <a:lvl4pPr lvl="3"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4pPr>
            <a:lvl5pPr lvl="4"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5pPr>
            <a:lvl6pPr lvl="5"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6pPr>
            <a:lvl7pPr lvl="6"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7pPr>
            <a:lvl8pPr lvl="7"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8pPr>
            <a:lvl9pPr lvl="8" marR="0" rtl="0" algn="l">
              <a:spcBef>
                <a:spcPts val="0"/>
              </a:spcBef>
              <a:spcAft>
                <a:spcPts val="0"/>
              </a:spcAft>
              <a:buSzPts val="1400"/>
              <a:buNone/>
              <a:defRPr b="1" i="0" sz="3200" u="none" cap="none" strike="noStrike">
                <a:solidFill>
                  <a:srgbClr val="CC0066"/>
                </a:solidFill>
                <a:latin typeface="Arial"/>
                <a:ea typeface="Arial"/>
                <a:cs typeface="Arial"/>
                <a:sym typeface="Arial"/>
              </a:defRPr>
            </a:lvl9pPr>
          </a:lstStyle>
          <a:p/>
        </p:txBody>
      </p:sp>
      <p:sp>
        <p:nvSpPr>
          <p:cNvPr id="54" name="Google Shape;54;p7"/>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lvl1pPr indent="-411480" lvl="0" marL="457200" marR="0" rtl="0" algn="l">
              <a:spcBef>
                <a:spcPts val="96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1pPr>
            <a:lvl2pPr indent="-411480" lvl="1" marL="9144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2pPr>
            <a:lvl3pPr indent="-411480" lvl="2" marL="13716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3pPr>
            <a:lvl4pPr indent="-411480" lvl="3" marL="18288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4pPr>
            <a:lvl5pPr indent="-411480" lvl="4" marL="22860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5pPr>
            <a:lvl6pPr indent="-411480" lvl="5" marL="27432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6pPr>
            <a:lvl7pPr indent="-411480" lvl="6" marL="32004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7pPr>
            <a:lvl8pPr indent="-411480" lvl="7" marL="36576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8pPr>
            <a:lvl9pPr indent="-411480" lvl="8" marL="4114800" marR="0" rtl="0" algn="l">
              <a:spcBef>
                <a:spcPts val="480"/>
              </a:spcBef>
              <a:spcAft>
                <a:spcPts val="0"/>
              </a:spcAft>
              <a:buClr>
                <a:schemeClr val="folHlink"/>
              </a:buClr>
              <a:buSzPts val="2880"/>
              <a:buFont typeface="Arial"/>
              <a:buChar char="•"/>
              <a:defRPr b="1" i="0" sz="2400" u="none" cap="none" strike="noStrike">
                <a:solidFill>
                  <a:srgbClr val="000066"/>
                </a:solidFill>
                <a:latin typeface="Arial"/>
                <a:ea typeface="Arial"/>
                <a:cs typeface="Arial"/>
                <a:sym typeface="Arial"/>
              </a:defRPr>
            </a:lvl9pPr>
          </a:lstStyle>
          <a:p/>
        </p:txBody>
      </p:sp>
      <p:sp>
        <p:nvSpPr>
          <p:cNvPr id="55" name="Google Shape;55;p7"/>
          <p:cNvSpPr txBox="1"/>
          <p:nvPr>
            <p:ph idx="12" type="sldNum"/>
          </p:nvPr>
        </p:nvSpPr>
        <p:spPr>
          <a:xfrm>
            <a:off x="6553200" y="6477000"/>
            <a:ext cx="2133600" cy="2286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1pPr>
            <a:lvl2pPr indent="0" lvl="1" marL="0" marR="0" rtl="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2pPr>
            <a:lvl3pPr indent="0" lvl="2" marL="0" marR="0" rtl="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3pPr>
            <a:lvl4pPr indent="0" lvl="3" marL="0" marR="0" rtl="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4pPr>
            <a:lvl5pPr indent="0" lvl="4" marL="0" marR="0" rtl="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5pPr>
            <a:lvl6pPr indent="0" lvl="5" marL="0" marR="0" rtl="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6pPr>
            <a:lvl7pPr indent="0" lvl="6" marL="0" marR="0" rtl="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7pPr>
            <a:lvl8pPr indent="0" lvl="7" marL="0" marR="0" rtl="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8pPr>
            <a:lvl9pPr indent="0" lvl="8" marL="0" marR="0" rtl="0" algn="r">
              <a:lnSpc>
                <a:spcPct val="100000"/>
              </a:lnSpc>
              <a:spcBef>
                <a:spcPts val="0"/>
              </a:spcBef>
              <a:spcAft>
                <a:spcPts val="0"/>
              </a:spcAft>
              <a:buClr>
                <a:srgbClr val="CC3300"/>
              </a:buClr>
              <a:buSzPts val="1200"/>
              <a:buFont typeface="Arial"/>
              <a:buNone/>
              <a:defRPr b="1" i="0" sz="1200" u="none">
                <a:solidFill>
                  <a:srgbClr val="CC3300"/>
                </a:solidFill>
                <a:latin typeface="Arial"/>
                <a:ea typeface="Arial"/>
                <a:cs typeface="Arial"/>
                <a:sym typeface="Arial"/>
              </a:defRPr>
            </a:lvl9pPr>
          </a:lstStyle>
          <a:p>
            <a:pPr indent="0" lvl="0" marL="0" rtl="0" algn="r">
              <a:spcBef>
                <a:spcPts val="0"/>
              </a:spcBef>
              <a:spcAft>
                <a:spcPts val="0"/>
              </a:spcAft>
              <a:buNone/>
            </a:pPr>
            <a:r>
              <a:rPr lang="en-US"/>
              <a:t>2-</a:t>
            </a:r>
            <a:fld id="{00000000-1234-1234-1234-123412341234}" type="slidenum">
              <a:rPr lang="en-US"/>
              <a:t>‹#›</a:t>
            </a:fld>
            <a:endParaRPr b="0" sz="1400">
              <a:solidFill>
                <a:srgbClr val="000000"/>
              </a:solidFill>
            </a:endParaRPr>
          </a:p>
        </p:txBody>
      </p:sp>
      <p:sp>
        <p:nvSpPr>
          <p:cNvPr id="56" name="Google Shape;56;p7"/>
          <p:cNvSpPr txBox="1"/>
          <p:nvPr>
            <p:ph idx="11" type="ftr"/>
          </p:nvPr>
        </p:nvSpPr>
        <p:spPr>
          <a:xfrm>
            <a:off x="381000" y="6324600"/>
            <a:ext cx="5791200" cy="533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000" u="none">
                <a:solidFill>
                  <a:schemeClr val="dk1"/>
                </a:solidFill>
                <a:latin typeface="Verdana"/>
                <a:ea typeface="Verdana"/>
                <a:cs typeface="Verdana"/>
                <a:sym typeface="Verdana"/>
              </a:defRPr>
            </a:lvl1pPr>
            <a:lvl2pPr lvl="1"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1" r:id="rId1"/>
  </p:sldLayoutIdLst>
  <p:transition spd="slow">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www.youtube.com/watch?v=5fBelTrZGSs" TargetMode="External"/><Relationship Id="rId4" Type="http://schemas.openxmlformats.org/officeDocument/2006/relationships/image" Target="../media/image1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0.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g"/><Relationship Id="rId4" Type="http://schemas.openxmlformats.org/officeDocument/2006/relationships/image" Target="../media/image3.jpg"/><Relationship Id="rId5"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9.jpg"/><Relationship Id="rId6"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jpg"/><Relationship Id="rId4" Type="http://schemas.openxmlformats.org/officeDocument/2006/relationships/image" Target="../media/image12.jpg"/><Relationship Id="rId5"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5.jp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1.jp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youtu.be/DJQOeIfR20A" TargetMode="External"/><Relationship Id="rId4" Type="http://schemas.openxmlformats.org/officeDocument/2006/relationships/hyperlink" Target="http://www.youtube.com/watch?v=LJjLWKuvaRk" TargetMode="External"/><Relationship Id="rId5" Type="http://schemas.openxmlformats.org/officeDocument/2006/relationships/image" Target="../media/image23.jpg"/><Relationship Id="rId6" Type="http://schemas.openxmlformats.org/officeDocument/2006/relationships/hyperlink" Target="http://www.youtube.com/watch?v=uG33lHvslYs" TargetMode="External"/><Relationship Id="rId7" Type="http://schemas.openxmlformats.org/officeDocument/2006/relationships/image" Target="../media/image1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4.png"/><Relationship Id="rId4" Type="http://schemas.openxmlformats.org/officeDocument/2006/relationships/image" Target="../media/image35.jpg"/><Relationship Id="rId5"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40.png"/><Relationship Id="rId4" Type="http://schemas.openxmlformats.org/officeDocument/2006/relationships/image" Target="../media/image27.png"/><Relationship Id="rId5" Type="http://schemas.openxmlformats.org/officeDocument/2006/relationships/image" Target="../media/image5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8.jpg"/><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71.png"/><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7.png"/><Relationship Id="rId4" Type="http://schemas.openxmlformats.org/officeDocument/2006/relationships/image" Target="../media/image4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4.png"/><Relationship Id="rId4" Type="http://schemas.openxmlformats.org/officeDocument/2006/relationships/image" Target="../media/image33.png"/><Relationship Id="rId5" Type="http://schemas.openxmlformats.org/officeDocument/2006/relationships/image" Target="../media/image41.jpg"/><Relationship Id="rId6" Type="http://schemas.openxmlformats.org/officeDocument/2006/relationships/image" Target="../media/image4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5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42.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www.youtube.com/watch?v=Ak53e1K-SWw" TargetMode="External"/><Relationship Id="rId4" Type="http://schemas.openxmlformats.org/officeDocument/2006/relationships/image" Target="../media/image55.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5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45.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8.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51.png"/><Relationship Id="rId4" Type="http://schemas.openxmlformats.org/officeDocument/2006/relationships/image" Target="../media/image6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43.png"/><Relationship Id="rId4" Type="http://schemas.openxmlformats.org/officeDocument/2006/relationships/image" Target="../media/image5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5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60.png"/><Relationship Id="rId4" Type="http://schemas.openxmlformats.org/officeDocument/2006/relationships/image" Target="../media/image5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image" Target="../media/image61.jpg"/><Relationship Id="rId4" Type="http://schemas.openxmlformats.org/officeDocument/2006/relationships/image" Target="../media/image49.png"/><Relationship Id="rId5" Type="http://schemas.openxmlformats.org/officeDocument/2006/relationships/image" Target="../media/image6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62.png"/><Relationship Id="rId4" Type="http://schemas.openxmlformats.org/officeDocument/2006/relationships/hyperlink" Target="http://chocoladesign.com/o-que-e-gestalt"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67.png"/><Relationship Id="rId4" Type="http://schemas.openxmlformats.org/officeDocument/2006/relationships/image" Target="../media/image6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63.png"/><Relationship Id="rId4" Type="http://schemas.openxmlformats.org/officeDocument/2006/relationships/image" Target="../media/image6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9"/>
          <p:cNvSpPr txBox="1"/>
          <p:nvPr>
            <p:ph type="ctrTitle"/>
          </p:nvPr>
        </p:nvSpPr>
        <p:spPr>
          <a:xfrm>
            <a:off x="457200" y="838200"/>
            <a:ext cx="8250237" cy="1952625"/>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CC0066"/>
              </a:buClr>
              <a:buSzPts val="4000"/>
              <a:buFont typeface="Arial"/>
              <a:buNone/>
            </a:pPr>
            <a:r>
              <a:rPr b="1" i="0" lang="en-US" sz="4000" u="none">
                <a:solidFill>
                  <a:srgbClr val="CC0066"/>
                </a:solidFill>
                <a:latin typeface="Arial"/>
                <a:ea typeface="Arial"/>
                <a:cs typeface="Arial"/>
                <a:sym typeface="Arial"/>
              </a:rPr>
              <a:t>Percepção</a:t>
            </a:r>
            <a:endParaRPr/>
          </a:p>
        </p:txBody>
      </p:sp>
      <p:pic>
        <p:nvPicPr>
          <p:cNvPr id="66" name="Google Shape;66;p9"/>
          <p:cNvPicPr preferRelativeResize="0"/>
          <p:nvPr/>
        </p:nvPicPr>
        <p:blipFill rotWithShape="1">
          <a:blip r:embed="rId3">
            <a:alphaModFix/>
          </a:blip>
          <a:srcRect b="0" l="0" r="0" t="0"/>
          <a:stretch/>
        </p:blipFill>
        <p:spPr>
          <a:xfrm>
            <a:off x="5715000" y="3124200"/>
            <a:ext cx="2581275" cy="289718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0"/>
          <p:cNvSpPr txBox="1"/>
          <p:nvPr>
            <p:ph type="ctrTitle"/>
          </p:nvPr>
        </p:nvSpPr>
        <p:spPr>
          <a:xfrm>
            <a:off x="685800" y="685800"/>
            <a:ext cx="7772400" cy="5472000"/>
          </a:xfrm>
          <a:prstGeom prst="rect">
            <a:avLst/>
          </a:prstGeom>
        </p:spPr>
        <p:txBody>
          <a:bodyPr anchorCtr="0" anchor="b" bIns="45700" lIns="91425" spcFirstLastPara="1" rIns="91425" wrap="square" tIns="45700">
            <a:noAutofit/>
          </a:bodyPr>
          <a:lstStyle/>
          <a:p>
            <a:pPr indent="-317500" lvl="0" marL="457200" rtl="0" algn="ctr">
              <a:spcBef>
                <a:spcPts val="0"/>
              </a:spcBef>
              <a:spcAft>
                <a:spcPts val="0"/>
              </a:spcAft>
              <a:buSzPts val="1400"/>
              <a:buChar char="●"/>
            </a:pPr>
            <a:r>
              <a:rPr lang="en-US"/>
              <a:t>Você acha que você enxerga o mundo como ele é?</a:t>
            </a:r>
            <a:endParaRPr/>
          </a:p>
          <a:p>
            <a:pPr indent="-317500" lvl="0" marL="457200" rtl="0" algn="ctr">
              <a:spcBef>
                <a:spcPts val="0"/>
              </a:spcBef>
              <a:spcAft>
                <a:spcPts val="0"/>
              </a:spcAft>
              <a:buSzPts val="1400"/>
              <a:buChar char="●"/>
            </a:pPr>
            <a:r>
              <a:rPr lang="en-US"/>
              <a:t>Todos enxergam, ouvem, sentem, degustam o mundo da mesma forma? </a:t>
            </a:r>
            <a:endParaRPr/>
          </a:p>
          <a:p>
            <a:pPr indent="-317500" lvl="0" marL="457200" rtl="0" algn="ctr">
              <a:spcBef>
                <a:spcPts val="0"/>
              </a:spcBef>
              <a:spcAft>
                <a:spcPts val="0"/>
              </a:spcAft>
              <a:buSzPts val="1400"/>
              <a:buChar char="●"/>
            </a:pPr>
            <a:r>
              <a:rPr lang="en-US"/>
              <a:t>Existe mensagem subliminar?</a:t>
            </a:r>
            <a:endParaRPr/>
          </a:p>
          <a:p>
            <a:pPr indent="0" lvl="0" marL="0" rtl="0" algn="ctr">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descr=" " id="78" name="Google Shape;78;p11" title="Teste Seu Cérebro - Efeito Stroop">
            <a:hlinkClick r:id="rId3"/>
          </p:cNvPr>
          <p:cNvPicPr preferRelativeResize="0"/>
          <p:nvPr/>
        </p:nvPicPr>
        <p:blipFill>
          <a:blip r:embed="rId4">
            <a:alphaModFix/>
          </a:blip>
          <a:stretch>
            <a:fillRect/>
          </a:stretch>
        </p:blipFill>
        <p:spPr>
          <a:xfrm>
            <a:off x="2357475" y="2104600"/>
            <a:ext cx="4572000" cy="3429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2"/>
          <p:cNvSpPr txBox="1"/>
          <p:nvPr>
            <p:ph type="ctrTitle"/>
          </p:nvPr>
        </p:nvSpPr>
        <p:spPr>
          <a:xfrm>
            <a:off x="685800" y="685800"/>
            <a:ext cx="7772400" cy="21273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n-US"/>
              <a:t>Efeito Stroop</a:t>
            </a:r>
            <a:endParaRPr/>
          </a:p>
        </p:txBody>
      </p:sp>
      <p:sp>
        <p:nvSpPr>
          <p:cNvPr id="85" name="Google Shape;85;p12"/>
          <p:cNvSpPr txBox="1"/>
          <p:nvPr>
            <p:ph idx="1" type="subTitle"/>
          </p:nvPr>
        </p:nvSpPr>
        <p:spPr>
          <a:xfrm>
            <a:off x="1371600" y="3270250"/>
            <a:ext cx="6400800" cy="2209800"/>
          </a:xfrm>
          <a:prstGeom prst="rect">
            <a:avLst/>
          </a:prstGeom>
        </p:spPr>
        <p:txBody>
          <a:bodyPr anchorCtr="0" anchor="t" bIns="45700" lIns="91425" spcFirstLastPara="1" rIns="91425" wrap="square" tIns="45700">
            <a:noAutofit/>
          </a:bodyPr>
          <a:lstStyle/>
          <a:p>
            <a:pPr indent="0" lvl="0" marL="0" rtl="0" algn="ctr">
              <a:spcBef>
                <a:spcPts val="104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3"/>
          <p:cNvSpPr txBox="1"/>
          <p:nvPr>
            <p:ph type="ctrTitle"/>
          </p:nvPr>
        </p:nvSpPr>
        <p:spPr>
          <a:xfrm>
            <a:off x="685800" y="-914400"/>
            <a:ext cx="7772400" cy="21273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rPr lang="en-US"/>
              <a:t>Homúnculo de Penfield</a:t>
            </a:r>
            <a:endParaRPr/>
          </a:p>
        </p:txBody>
      </p:sp>
      <p:sp>
        <p:nvSpPr>
          <p:cNvPr id="92" name="Google Shape;92;p13"/>
          <p:cNvSpPr txBox="1"/>
          <p:nvPr>
            <p:ph idx="1" type="subTitle"/>
          </p:nvPr>
        </p:nvSpPr>
        <p:spPr>
          <a:xfrm>
            <a:off x="1371600" y="3270250"/>
            <a:ext cx="6400800" cy="2209800"/>
          </a:xfrm>
          <a:prstGeom prst="rect">
            <a:avLst/>
          </a:prstGeom>
        </p:spPr>
        <p:txBody>
          <a:bodyPr anchorCtr="0" anchor="t" bIns="45700" lIns="91425" spcFirstLastPara="1" rIns="91425" wrap="square" tIns="45700">
            <a:noAutofit/>
          </a:bodyPr>
          <a:lstStyle/>
          <a:p>
            <a:pPr indent="0" lvl="0" marL="0" rtl="0" algn="ctr">
              <a:spcBef>
                <a:spcPts val="1040"/>
              </a:spcBef>
              <a:spcAft>
                <a:spcPts val="0"/>
              </a:spcAft>
              <a:buNone/>
            </a:pPr>
            <a:r>
              <a:t/>
            </a:r>
            <a:endParaRPr/>
          </a:p>
        </p:txBody>
      </p:sp>
      <p:pic>
        <p:nvPicPr>
          <p:cNvPr id="93" name="Google Shape;93;p13"/>
          <p:cNvPicPr preferRelativeResize="0"/>
          <p:nvPr/>
        </p:nvPicPr>
        <p:blipFill>
          <a:blip r:embed="rId3">
            <a:alphaModFix/>
          </a:blip>
          <a:stretch>
            <a:fillRect/>
          </a:stretch>
        </p:blipFill>
        <p:spPr>
          <a:xfrm>
            <a:off x="521075" y="1448875"/>
            <a:ext cx="8101848" cy="51805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4"/>
          <p:cNvSpPr txBox="1"/>
          <p:nvPr>
            <p:ph idx="4294967295"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CC0066"/>
              </a:buClr>
              <a:buSzPts val="3200"/>
              <a:buFont typeface="Arial"/>
              <a:buNone/>
            </a:pPr>
            <a:r>
              <a:rPr b="1" i="0" lang="en-US" sz="3200" u="none" cap="none" strike="noStrike">
                <a:solidFill>
                  <a:srgbClr val="CC0066"/>
                </a:solidFill>
                <a:latin typeface="Arial"/>
                <a:ea typeface="Arial"/>
                <a:cs typeface="Arial"/>
                <a:sym typeface="Arial"/>
              </a:rPr>
              <a:t>Processo Perceptivo</a:t>
            </a:r>
            <a:endParaRPr/>
          </a:p>
        </p:txBody>
      </p:sp>
      <p:pic>
        <p:nvPicPr>
          <p:cNvPr id="99" name="Google Shape;99;p14"/>
          <p:cNvPicPr preferRelativeResize="0"/>
          <p:nvPr/>
        </p:nvPicPr>
        <p:blipFill rotWithShape="1">
          <a:blip r:embed="rId3">
            <a:alphaModFix/>
          </a:blip>
          <a:srcRect b="0" l="0" r="0" t="0"/>
          <a:stretch/>
        </p:blipFill>
        <p:spPr>
          <a:xfrm>
            <a:off x="533400" y="2667000"/>
            <a:ext cx="8305800" cy="2665412"/>
          </a:xfrm>
          <a:prstGeom prst="rect">
            <a:avLst/>
          </a:prstGeom>
          <a:noFill/>
          <a:ln>
            <a:noFill/>
          </a:ln>
        </p:spPr>
      </p:pic>
      <p:sp>
        <p:nvSpPr>
          <p:cNvPr id="100" name="Google Shape;100;p14"/>
          <p:cNvSpPr txBox="1"/>
          <p:nvPr/>
        </p:nvSpPr>
        <p:spPr>
          <a:xfrm>
            <a:off x="152400" y="5721350"/>
            <a:ext cx="8997950" cy="731837"/>
          </a:xfrm>
          <a:prstGeom prst="rect">
            <a:avLst/>
          </a:prstGeom>
          <a:noFill/>
          <a:ln>
            <a:noFill/>
          </a:ln>
        </p:spPr>
        <p:txBody>
          <a:bodyPr anchorCtr="0" anchor="t" bIns="228600" lIns="91425" spcFirstLastPara="1" rIns="91425" wrap="square" tIns="228600">
            <a:no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Marketing sensorial</a:t>
            </a:r>
            <a:r>
              <a:rPr b="0" i="0" lang="en-US" sz="1800" u="none">
                <a:solidFill>
                  <a:schemeClr val="dk1"/>
                </a:solidFill>
                <a:latin typeface="Arial"/>
                <a:ea typeface="Arial"/>
                <a:cs typeface="Arial"/>
                <a:sym typeface="Arial"/>
              </a:rPr>
              <a:t>: envolve o sentido dos consumidores e afeta seu comportamento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5"/>
          <p:cNvSpPr txBox="1"/>
          <p:nvPr>
            <p:ph type="ctrTitle"/>
          </p:nvPr>
        </p:nvSpPr>
        <p:spPr>
          <a:xfrm>
            <a:off x="685800" y="685800"/>
            <a:ext cx="7772400" cy="2127300"/>
          </a:xfrm>
          <a:prstGeom prst="rect">
            <a:avLst/>
          </a:prstGeom>
        </p:spPr>
        <p:txBody>
          <a:bodyPr anchorCtr="0" anchor="b" bIns="45700" lIns="91425" spcFirstLastPara="1" rIns="91425" wrap="square" tIns="45700">
            <a:noAutofit/>
          </a:bodyPr>
          <a:lstStyle/>
          <a:p>
            <a:pPr indent="0" lvl="0" marL="0" rtl="0" algn="ctr">
              <a:spcBef>
                <a:spcPts val="0"/>
              </a:spcBef>
              <a:spcAft>
                <a:spcPts val="0"/>
              </a:spcAft>
              <a:buNone/>
            </a:pPr>
            <a:r>
              <a:t/>
            </a:r>
            <a:endParaRPr/>
          </a:p>
        </p:txBody>
      </p:sp>
      <p:sp>
        <p:nvSpPr>
          <p:cNvPr id="107" name="Google Shape;107;p15"/>
          <p:cNvSpPr txBox="1"/>
          <p:nvPr>
            <p:ph idx="1" type="subTitle"/>
          </p:nvPr>
        </p:nvSpPr>
        <p:spPr>
          <a:xfrm>
            <a:off x="1371600" y="2203450"/>
            <a:ext cx="6400800" cy="2209800"/>
          </a:xfrm>
          <a:prstGeom prst="rect">
            <a:avLst/>
          </a:prstGeom>
        </p:spPr>
        <p:txBody>
          <a:bodyPr anchorCtr="0" anchor="t" bIns="45700" lIns="91425" spcFirstLastPara="1" rIns="91425" wrap="square" tIns="45700">
            <a:noAutofit/>
          </a:bodyPr>
          <a:lstStyle/>
          <a:p>
            <a:pPr indent="0" lvl="0" marL="0" rtl="0" algn="ctr">
              <a:spcBef>
                <a:spcPts val="1040"/>
              </a:spcBef>
              <a:spcAft>
                <a:spcPts val="0"/>
              </a:spcAft>
              <a:buNone/>
            </a:pPr>
            <a:r>
              <a:rPr lang="en-US"/>
              <a:t>Com sua dupla, cite um exemplo de comunicação para cada um dos itens abaixo:</a:t>
            </a:r>
            <a:endParaRPr/>
          </a:p>
          <a:p>
            <a:pPr indent="-426720" lvl="0" marL="457200" rtl="0" algn="ctr">
              <a:spcBef>
                <a:spcPts val="1040"/>
              </a:spcBef>
              <a:spcAft>
                <a:spcPts val="0"/>
              </a:spcAft>
              <a:buSzPts val="3120"/>
              <a:buChar char="●"/>
            </a:pPr>
            <a:r>
              <a:rPr lang="en-US"/>
              <a:t>Visão</a:t>
            </a:r>
            <a:endParaRPr/>
          </a:p>
          <a:p>
            <a:pPr indent="-426720" lvl="0" marL="457200" rtl="0" algn="ctr">
              <a:spcBef>
                <a:spcPts val="0"/>
              </a:spcBef>
              <a:spcAft>
                <a:spcPts val="0"/>
              </a:spcAft>
              <a:buSzPts val="3120"/>
              <a:buChar char="●"/>
            </a:pPr>
            <a:r>
              <a:rPr lang="en-US"/>
              <a:t>Audição</a:t>
            </a:r>
            <a:endParaRPr/>
          </a:p>
          <a:p>
            <a:pPr indent="-426720" lvl="0" marL="457200" rtl="0" algn="ctr">
              <a:spcBef>
                <a:spcPts val="0"/>
              </a:spcBef>
              <a:spcAft>
                <a:spcPts val="0"/>
              </a:spcAft>
              <a:buSzPts val="3120"/>
              <a:buChar char="●"/>
            </a:pPr>
            <a:r>
              <a:rPr lang="en-US"/>
              <a:t>Tato</a:t>
            </a:r>
            <a:endParaRPr/>
          </a:p>
          <a:p>
            <a:pPr indent="-426720" lvl="0" marL="457200" rtl="0" algn="ctr">
              <a:spcBef>
                <a:spcPts val="0"/>
              </a:spcBef>
              <a:spcAft>
                <a:spcPts val="0"/>
              </a:spcAft>
              <a:buSzPts val="3120"/>
              <a:buChar char="●"/>
            </a:pPr>
            <a:r>
              <a:rPr lang="en-US"/>
              <a:t>Olfato</a:t>
            </a:r>
            <a:endParaRPr/>
          </a:p>
          <a:p>
            <a:pPr indent="-426720" lvl="0" marL="457200" rtl="0" algn="ctr">
              <a:spcBef>
                <a:spcPts val="0"/>
              </a:spcBef>
              <a:spcAft>
                <a:spcPts val="0"/>
              </a:spcAft>
              <a:buSzPts val="3120"/>
              <a:buChar char="●"/>
            </a:pPr>
            <a:r>
              <a:rPr lang="en-US"/>
              <a:t>Paladar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6"/>
          <p:cNvSpPr txBox="1"/>
          <p:nvPr>
            <p:ph idx="4294967295"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CC0066"/>
              </a:buClr>
              <a:buSzPts val="3200"/>
              <a:buFont typeface="Arial"/>
              <a:buNone/>
            </a:pPr>
            <a:r>
              <a:rPr b="1" i="0" lang="en-US" sz="3200" u="none" cap="none" strike="noStrike">
                <a:solidFill>
                  <a:srgbClr val="CC0066"/>
                </a:solidFill>
                <a:latin typeface="Arial"/>
                <a:ea typeface="Arial"/>
                <a:cs typeface="Arial"/>
                <a:sym typeface="Arial"/>
              </a:rPr>
              <a:t>Percepções</a:t>
            </a:r>
            <a:endParaRPr/>
          </a:p>
        </p:txBody>
      </p:sp>
      <p:sp>
        <p:nvSpPr>
          <p:cNvPr id="113" name="Google Shape;113;p16"/>
          <p:cNvSpPr txBox="1"/>
          <p:nvPr>
            <p:ph idx="4294967295"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pic>
        <p:nvPicPr>
          <p:cNvPr id="114" name="Google Shape;114;p16"/>
          <p:cNvPicPr preferRelativeResize="0"/>
          <p:nvPr/>
        </p:nvPicPr>
        <p:blipFill rotWithShape="1">
          <a:blip r:embed="rId3">
            <a:alphaModFix/>
          </a:blip>
          <a:srcRect b="0" l="0" r="0" t="0"/>
          <a:stretch/>
        </p:blipFill>
        <p:spPr>
          <a:xfrm>
            <a:off x="1219200" y="2895600"/>
            <a:ext cx="2162175" cy="2114550"/>
          </a:xfrm>
          <a:prstGeom prst="rect">
            <a:avLst/>
          </a:prstGeom>
          <a:noFill/>
          <a:ln>
            <a:noFill/>
          </a:ln>
        </p:spPr>
      </p:pic>
      <p:pic>
        <p:nvPicPr>
          <p:cNvPr id="115" name="Google Shape;115;p16"/>
          <p:cNvPicPr preferRelativeResize="0"/>
          <p:nvPr/>
        </p:nvPicPr>
        <p:blipFill rotWithShape="1">
          <a:blip r:embed="rId4">
            <a:alphaModFix/>
          </a:blip>
          <a:srcRect b="0" l="0" r="0" t="0"/>
          <a:stretch/>
        </p:blipFill>
        <p:spPr>
          <a:xfrm>
            <a:off x="4038600" y="2214563"/>
            <a:ext cx="4876800" cy="365283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7"/>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1" sz="3200">
              <a:solidFill>
                <a:srgbClr val="CC0066"/>
              </a:solidFill>
              <a:latin typeface="Arial"/>
              <a:ea typeface="Arial"/>
              <a:cs typeface="Arial"/>
              <a:sym typeface="Arial"/>
            </a:endParaRPr>
          </a:p>
        </p:txBody>
      </p:sp>
      <p:sp>
        <p:nvSpPr>
          <p:cNvPr id="121" name="Google Shape;121;p17"/>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pic>
        <p:nvPicPr>
          <p:cNvPr descr="http://www.dmmarketingdigital.com/wp-content/uploads/2012/06/Ariel_logo11.jpg" id="122" name="Google Shape;122;p17"/>
          <p:cNvPicPr preferRelativeResize="0"/>
          <p:nvPr/>
        </p:nvPicPr>
        <p:blipFill rotWithShape="1">
          <a:blip r:embed="rId3">
            <a:alphaModFix/>
          </a:blip>
          <a:srcRect b="0" l="0" r="0" t="0"/>
          <a:stretch/>
        </p:blipFill>
        <p:spPr>
          <a:xfrm>
            <a:off x="538162" y="1676400"/>
            <a:ext cx="1714500" cy="1724025"/>
          </a:xfrm>
          <a:prstGeom prst="rect">
            <a:avLst/>
          </a:prstGeom>
          <a:noFill/>
          <a:ln>
            <a:noFill/>
          </a:ln>
        </p:spPr>
      </p:pic>
      <p:pic>
        <p:nvPicPr>
          <p:cNvPr descr="http://4.bp.blogspot.com/_QGLytaobtH0/TP7G1uoxmZI/AAAAAAAAAjc/ewUYfZvj050/s1600/omo.jpg" id="123" name="Google Shape;123;p17"/>
          <p:cNvPicPr preferRelativeResize="0"/>
          <p:nvPr/>
        </p:nvPicPr>
        <p:blipFill rotWithShape="1">
          <a:blip r:embed="rId4">
            <a:alphaModFix/>
          </a:blip>
          <a:srcRect b="0" l="0" r="0" t="0"/>
          <a:stretch/>
        </p:blipFill>
        <p:spPr>
          <a:xfrm>
            <a:off x="5949950" y="1219200"/>
            <a:ext cx="2840037" cy="1820862"/>
          </a:xfrm>
          <a:prstGeom prst="rect">
            <a:avLst/>
          </a:prstGeom>
          <a:noFill/>
          <a:ln>
            <a:noFill/>
          </a:ln>
        </p:spPr>
      </p:pic>
      <p:pic>
        <p:nvPicPr>
          <p:cNvPr descr="http://1.bp.blogspot.com/_DjPwdUCBFC4/TPjzQXkVxsI/AAAAAAAAFak/ICqbmoEN0p4/s1600/CWI05ABBNA_Ampliacao_02.jpg" id="124" name="Google Shape;124;p17"/>
          <p:cNvPicPr preferRelativeResize="0"/>
          <p:nvPr/>
        </p:nvPicPr>
        <p:blipFill rotWithShape="1">
          <a:blip r:embed="rId5">
            <a:alphaModFix/>
          </a:blip>
          <a:srcRect b="0" l="0" r="0" t="0"/>
          <a:stretch/>
        </p:blipFill>
        <p:spPr>
          <a:xfrm>
            <a:off x="2667000" y="3200400"/>
            <a:ext cx="3962400" cy="3505200"/>
          </a:xfrm>
          <a:prstGeom prst="rect">
            <a:avLst/>
          </a:prstGeom>
          <a:noFill/>
          <a:ln>
            <a:noFill/>
          </a:ln>
        </p:spPr>
      </p:pic>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8" name="Shape 128"/>
        <p:cNvGrpSpPr/>
        <p:nvPr/>
      </p:nvGrpSpPr>
      <p:grpSpPr>
        <a:xfrm>
          <a:off x="0" y="0"/>
          <a:ext cx="0" cy="0"/>
          <a:chOff x="0" y="0"/>
          <a:chExt cx="0" cy="0"/>
        </a:xfrm>
      </p:grpSpPr>
      <p:sp>
        <p:nvSpPr>
          <p:cNvPr id="129" name="Google Shape;129;p18"/>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Efeito de contexto</a:t>
            </a:r>
            <a:endParaRPr/>
          </a:p>
        </p:txBody>
      </p:sp>
      <p:sp>
        <p:nvSpPr>
          <p:cNvPr id="130" name="Google Shape;130;p18"/>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pic>
        <p:nvPicPr>
          <p:cNvPr id="131" name="Google Shape;131;p18"/>
          <p:cNvPicPr preferRelativeResize="0"/>
          <p:nvPr/>
        </p:nvPicPr>
        <p:blipFill rotWithShape="1">
          <a:blip r:embed="rId3">
            <a:alphaModFix/>
          </a:blip>
          <a:srcRect b="0" l="0" r="0" t="0"/>
          <a:stretch/>
        </p:blipFill>
        <p:spPr>
          <a:xfrm>
            <a:off x="457200" y="2133600"/>
            <a:ext cx="5480050" cy="3616325"/>
          </a:xfrm>
          <a:prstGeom prst="rect">
            <a:avLst/>
          </a:prstGeom>
          <a:noFill/>
          <a:ln>
            <a:noFill/>
          </a:ln>
        </p:spPr>
      </p:pic>
      <p:pic>
        <p:nvPicPr>
          <p:cNvPr id="132" name="Google Shape;132;p18"/>
          <p:cNvPicPr preferRelativeResize="0"/>
          <p:nvPr/>
        </p:nvPicPr>
        <p:blipFill rotWithShape="1">
          <a:blip r:embed="rId4">
            <a:alphaModFix/>
          </a:blip>
          <a:srcRect b="0" l="0" r="0" t="0"/>
          <a:stretch/>
        </p:blipFill>
        <p:spPr>
          <a:xfrm>
            <a:off x="6248400" y="2751137"/>
            <a:ext cx="2667000" cy="2000250"/>
          </a:xfrm>
          <a:prstGeom prst="rect">
            <a:avLst/>
          </a:prstGeom>
          <a:noFill/>
          <a:ln>
            <a:noFill/>
          </a:ln>
        </p:spPr>
      </p:pic>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9"/>
          <p:cNvSpPr txBox="1"/>
          <p:nvPr>
            <p:ph idx="4294967295"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CC0066"/>
              </a:buClr>
              <a:buSzPts val="3200"/>
              <a:buFont typeface="Arial"/>
              <a:buNone/>
            </a:pPr>
            <a:r>
              <a:rPr b="1" i="0" lang="en-US" sz="3200" u="none" cap="none" strike="noStrike">
                <a:solidFill>
                  <a:srgbClr val="CC0066"/>
                </a:solidFill>
                <a:latin typeface="Arial"/>
                <a:ea typeface="Arial"/>
                <a:cs typeface="Arial"/>
                <a:sym typeface="Arial"/>
              </a:rPr>
              <a:t>Sensação e Percepção</a:t>
            </a:r>
            <a:endParaRPr/>
          </a:p>
        </p:txBody>
      </p:sp>
      <p:sp>
        <p:nvSpPr>
          <p:cNvPr id="138" name="Google Shape;138;p19"/>
          <p:cNvSpPr txBox="1"/>
          <p:nvPr>
            <p:ph idx="4294967295" type="body"/>
          </p:nvPr>
        </p:nvSpPr>
        <p:spPr>
          <a:xfrm>
            <a:off x="457200" y="1524000"/>
            <a:ext cx="8229600" cy="4759325"/>
          </a:xfrm>
          <a:prstGeom prst="rect">
            <a:avLst/>
          </a:prstGeom>
          <a:noFill/>
          <a:ln>
            <a:noFill/>
          </a:ln>
        </p:spPr>
        <p:txBody>
          <a:bodyPr anchorCtr="0" anchor="t" bIns="45700" lIns="91425" spcFirstLastPara="1" rIns="91425" wrap="square" tIns="45700">
            <a:noAutofit/>
          </a:bodyPr>
          <a:lstStyle/>
          <a:p>
            <a:pPr indent="-160020" lvl="0" marL="342900" marR="0" rtl="0" algn="l">
              <a:lnSpc>
                <a:spcPct val="100000"/>
              </a:lnSpc>
              <a:spcBef>
                <a:spcPts val="0"/>
              </a:spcBef>
              <a:spcAft>
                <a:spcPts val="0"/>
              </a:spcAft>
              <a:buClr>
                <a:schemeClr val="folHlink"/>
              </a:buClr>
              <a:buSzPts val="2880"/>
              <a:buFont typeface="Arial"/>
              <a:buNone/>
            </a:pPr>
            <a:r>
              <a:t/>
            </a:r>
            <a:endParaRPr b="1" i="0" sz="2400" u="none">
              <a:solidFill>
                <a:srgbClr val="000066"/>
              </a:solidFill>
              <a:latin typeface="Arial"/>
              <a:ea typeface="Arial"/>
              <a:cs typeface="Arial"/>
              <a:sym typeface="Arial"/>
            </a:endParaRPr>
          </a:p>
          <a:p>
            <a:pPr indent="-285750" lvl="1" marL="742950" marR="0" rtl="0" algn="l">
              <a:lnSpc>
                <a:spcPct val="100000"/>
              </a:lnSpc>
              <a:spcBef>
                <a:spcPts val="480"/>
              </a:spcBef>
              <a:spcAft>
                <a:spcPts val="0"/>
              </a:spcAft>
              <a:buClr>
                <a:schemeClr val="folHlink"/>
              </a:buClr>
              <a:buSzPts val="2880"/>
              <a:buFont typeface="Arial"/>
              <a:buChar char="•"/>
            </a:pPr>
            <a:r>
              <a:rPr b="1" i="0" lang="en-US" sz="2400" u="sng" cap="none" strike="noStrike">
                <a:solidFill>
                  <a:srgbClr val="000066"/>
                </a:solidFill>
                <a:latin typeface="Arial"/>
                <a:ea typeface="Arial"/>
                <a:cs typeface="Arial"/>
                <a:sym typeface="Arial"/>
              </a:rPr>
              <a:t>Sensação</a:t>
            </a:r>
            <a:r>
              <a:rPr b="1" i="0" lang="en-US" sz="2400" u="none" cap="none" strike="noStrike">
                <a:solidFill>
                  <a:srgbClr val="000066"/>
                </a:solidFill>
                <a:latin typeface="Arial"/>
                <a:ea typeface="Arial"/>
                <a:cs typeface="Arial"/>
                <a:sym typeface="Arial"/>
              </a:rPr>
              <a:t>: reação de nossos receptores sensoriais (olhos, ouvidos...) a estímulos básicos (cor, som...)</a:t>
            </a:r>
            <a:endParaRPr/>
          </a:p>
          <a:p>
            <a:pPr indent="-228600" lvl="2" marL="1143000" marR="0" rtl="0" algn="l">
              <a:lnSpc>
                <a:spcPct val="100000"/>
              </a:lnSpc>
              <a:spcBef>
                <a:spcPts val="480"/>
              </a:spcBef>
              <a:spcAft>
                <a:spcPts val="0"/>
              </a:spcAft>
              <a:buClr>
                <a:schemeClr val="folHlink"/>
              </a:buClr>
              <a:buSzPts val="2880"/>
              <a:buFont typeface="Arial"/>
              <a:buChar char="•"/>
            </a:pPr>
            <a:r>
              <a:rPr b="1" i="0" lang="en-US" sz="2400" u="none" cap="none" strike="noStrike">
                <a:solidFill>
                  <a:srgbClr val="000066"/>
                </a:solidFill>
                <a:latin typeface="Arial"/>
                <a:ea typeface="Arial"/>
                <a:cs typeface="Arial"/>
                <a:sym typeface="Arial"/>
              </a:rPr>
              <a:t>A marca pode criar uma associação única com a sensação.</a:t>
            </a:r>
            <a:endParaRPr/>
          </a:p>
          <a:p>
            <a:pPr indent="-102870" lvl="1" marL="742950" marR="0" rtl="0" algn="l">
              <a:lnSpc>
                <a:spcPct val="100000"/>
              </a:lnSpc>
              <a:spcBef>
                <a:spcPts val="480"/>
              </a:spcBef>
              <a:spcAft>
                <a:spcPts val="0"/>
              </a:spcAft>
              <a:buClr>
                <a:schemeClr val="folHlink"/>
              </a:buClr>
              <a:buSzPts val="2880"/>
              <a:buFont typeface="Arial"/>
              <a:buNone/>
            </a:pPr>
            <a:r>
              <a:t/>
            </a:r>
            <a:endParaRPr b="1" i="0" sz="2400" u="none" cap="none" strike="noStrike">
              <a:solidFill>
                <a:srgbClr val="000066"/>
              </a:solidFill>
              <a:latin typeface="Arial"/>
              <a:ea typeface="Arial"/>
              <a:cs typeface="Arial"/>
              <a:sym typeface="Arial"/>
            </a:endParaRPr>
          </a:p>
          <a:p>
            <a:pPr indent="-102870" lvl="1" marL="742950" marR="0" rtl="0" algn="l">
              <a:lnSpc>
                <a:spcPct val="100000"/>
              </a:lnSpc>
              <a:spcBef>
                <a:spcPts val="480"/>
              </a:spcBef>
              <a:spcAft>
                <a:spcPts val="0"/>
              </a:spcAft>
              <a:buClr>
                <a:schemeClr val="folHlink"/>
              </a:buClr>
              <a:buSzPts val="2880"/>
              <a:buFont typeface="Arial"/>
              <a:buNone/>
            </a:pPr>
            <a:r>
              <a:t/>
            </a:r>
            <a:endParaRPr b="1" i="0" sz="2400" u="sng" cap="none" strike="noStrike">
              <a:solidFill>
                <a:srgbClr val="000066"/>
              </a:solidFill>
              <a:latin typeface="Arial"/>
              <a:ea typeface="Arial"/>
              <a:cs typeface="Arial"/>
              <a:sym typeface="Arial"/>
            </a:endParaRPr>
          </a:p>
          <a:p>
            <a:pPr indent="-285750" lvl="1" marL="742950" marR="0" rtl="0" algn="l">
              <a:lnSpc>
                <a:spcPct val="100000"/>
              </a:lnSpc>
              <a:spcBef>
                <a:spcPts val="480"/>
              </a:spcBef>
              <a:spcAft>
                <a:spcPts val="0"/>
              </a:spcAft>
              <a:buClr>
                <a:schemeClr val="folHlink"/>
              </a:buClr>
              <a:buSzPts val="2880"/>
              <a:buFont typeface="Arial"/>
              <a:buChar char="•"/>
            </a:pPr>
            <a:r>
              <a:rPr b="1" i="0" lang="en-US" sz="2400" u="sng" cap="none" strike="noStrike">
                <a:solidFill>
                  <a:srgbClr val="000066"/>
                </a:solidFill>
                <a:latin typeface="Arial"/>
                <a:ea typeface="Arial"/>
                <a:cs typeface="Arial"/>
                <a:sym typeface="Arial"/>
              </a:rPr>
              <a:t>Percepção</a:t>
            </a:r>
            <a:r>
              <a:rPr b="1" i="0" lang="en-US" sz="2400" u="none" cap="none" strike="noStrike">
                <a:solidFill>
                  <a:srgbClr val="000066"/>
                </a:solidFill>
                <a:latin typeface="Arial"/>
                <a:ea typeface="Arial"/>
                <a:cs typeface="Arial"/>
                <a:sym typeface="Arial"/>
              </a:rPr>
              <a:t>: processo pelo qual as pessoas selecionam, organizam e interpretam tais sensações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0"/>
          <p:cNvSpPr txBox="1"/>
          <p:nvPr>
            <p:ph idx="4294967295"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CC0066"/>
              </a:buClr>
              <a:buSzPts val="3200"/>
              <a:buFont typeface="Arial"/>
              <a:buNone/>
            </a:pPr>
            <a:r>
              <a:rPr b="1" i="0" lang="en-US" sz="3200" u="none" cap="none" strike="noStrike">
                <a:solidFill>
                  <a:srgbClr val="CC0066"/>
                </a:solidFill>
                <a:latin typeface="Arial"/>
                <a:ea typeface="Arial"/>
                <a:cs typeface="Arial"/>
                <a:sym typeface="Arial"/>
              </a:rPr>
              <a:t>Cores</a:t>
            </a:r>
            <a:endParaRPr/>
          </a:p>
        </p:txBody>
      </p:sp>
      <p:sp>
        <p:nvSpPr>
          <p:cNvPr id="144" name="Google Shape;144;p20"/>
          <p:cNvSpPr txBox="1"/>
          <p:nvPr>
            <p:ph idx="4294967295"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pic>
        <p:nvPicPr>
          <p:cNvPr descr="Color-Emotion-Guide.png" id="145" name="Google Shape;145;p20"/>
          <p:cNvPicPr preferRelativeResize="0"/>
          <p:nvPr/>
        </p:nvPicPr>
        <p:blipFill rotWithShape="1">
          <a:blip r:embed="rId3">
            <a:alphaModFix/>
          </a:blip>
          <a:srcRect b="0" l="0" r="0" t="0"/>
          <a:stretch/>
        </p:blipFill>
        <p:spPr>
          <a:xfrm>
            <a:off x="1676400" y="1219200"/>
            <a:ext cx="5905500" cy="517366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1"/>
          <p:cNvSpPr txBox="1"/>
          <p:nvPr>
            <p:ph type="title"/>
          </p:nvPr>
        </p:nvSpPr>
        <p:spPr>
          <a:xfrm>
            <a:off x="457200" y="277812"/>
            <a:ext cx="8229600" cy="865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Esquema</a:t>
            </a:r>
            <a:endParaRPr/>
          </a:p>
        </p:txBody>
      </p:sp>
      <p:sp>
        <p:nvSpPr>
          <p:cNvPr id="151" name="Google Shape;151;p21"/>
          <p:cNvSpPr txBox="1"/>
          <p:nvPr>
            <p:ph idx="1" type="body"/>
          </p:nvPr>
        </p:nvSpPr>
        <p:spPr>
          <a:xfrm>
            <a:off x="457200" y="1371600"/>
            <a:ext cx="8229600" cy="4759200"/>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pic>
        <p:nvPicPr>
          <p:cNvPr descr="http://www.hyundai.com.au/images/UserUploadedImages/578/veloster_2_exterior_2_3_door_access_800x600.jpg" id="152" name="Google Shape;152;p21"/>
          <p:cNvPicPr preferRelativeResize="0"/>
          <p:nvPr/>
        </p:nvPicPr>
        <p:blipFill rotWithShape="1">
          <a:blip r:embed="rId3">
            <a:alphaModFix/>
          </a:blip>
          <a:srcRect b="0" l="0" r="0" t="0"/>
          <a:stretch/>
        </p:blipFill>
        <p:spPr>
          <a:xfrm>
            <a:off x="762000" y="1295400"/>
            <a:ext cx="7620000" cy="5715000"/>
          </a:xfrm>
          <a:prstGeom prst="rect">
            <a:avLst/>
          </a:prstGeom>
          <a:noFill/>
          <a:ln>
            <a:noFill/>
          </a:ln>
        </p:spPr>
      </p:pic>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2"/>
          <p:cNvSpPr txBox="1"/>
          <p:nvPr>
            <p:ph type="title"/>
          </p:nvPr>
        </p:nvSpPr>
        <p:spPr>
          <a:xfrm>
            <a:off x="457200" y="277812"/>
            <a:ext cx="8229600" cy="865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br>
              <a:rPr b="1" i="0" lang="en-US" sz="3200" u="none">
                <a:solidFill>
                  <a:srgbClr val="CC0066"/>
                </a:solidFill>
                <a:latin typeface="Arial"/>
                <a:ea typeface="Arial"/>
                <a:cs typeface="Arial"/>
                <a:sym typeface="Arial"/>
              </a:rPr>
            </a:br>
            <a:r>
              <a:rPr b="1" i="0" lang="en-US" sz="3200" u="none">
                <a:solidFill>
                  <a:srgbClr val="CC0066"/>
                </a:solidFill>
                <a:latin typeface="Arial"/>
                <a:ea typeface="Arial"/>
                <a:cs typeface="Arial"/>
                <a:sym typeface="Arial"/>
              </a:rPr>
              <a:t>Vision</a:t>
            </a:r>
            <a:endParaRPr/>
          </a:p>
        </p:txBody>
      </p:sp>
      <p:pic>
        <p:nvPicPr>
          <p:cNvPr id="158" name="Google Shape;158;p22"/>
          <p:cNvPicPr preferRelativeResize="0"/>
          <p:nvPr/>
        </p:nvPicPr>
        <p:blipFill rotWithShape="1">
          <a:blip r:embed="rId3">
            <a:alphaModFix/>
          </a:blip>
          <a:srcRect b="0" l="0" r="0" t="0"/>
          <a:stretch/>
        </p:blipFill>
        <p:spPr>
          <a:xfrm>
            <a:off x="304800" y="3343275"/>
            <a:ext cx="4038600" cy="2686050"/>
          </a:xfrm>
          <a:prstGeom prst="rect">
            <a:avLst/>
          </a:prstGeom>
          <a:noFill/>
          <a:ln>
            <a:noFill/>
          </a:ln>
        </p:spPr>
      </p:pic>
      <p:pic>
        <p:nvPicPr>
          <p:cNvPr id="159" name="Google Shape;159;p22"/>
          <p:cNvPicPr preferRelativeResize="0"/>
          <p:nvPr/>
        </p:nvPicPr>
        <p:blipFill rotWithShape="1">
          <a:blip r:embed="rId4">
            <a:alphaModFix/>
          </a:blip>
          <a:srcRect b="0" l="0" r="0" t="0"/>
          <a:stretch/>
        </p:blipFill>
        <p:spPr>
          <a:xfrm>
            <a:off x="4549775" y="115888"/>
            <a:ext cx="4419600" cy="2968625"/>
          </a:xfrm>
          <a:prstGeom prst="rect">
            <a:avLst/>
          </a:prstGeom>
          <a:noFill/>
          <a:ln>
            <a:noFill/>
          </a:ln>
        </p:spPr>
      </p:pic>
      <p:pic>
        <p:nvPicPr>
          <p:cNvPr descr="http://www.certaja.com.br/fiqueligado/wp-content/uploads/2014/03/Hortifruti-1.jpg" id="160" name="Google Shape;160;p22"/>
          <p:cNvPicPr preferRelativeResize="0"/>
          <p:nvPr/>
        </p:nvPicPr>
        <p:blipFill rotWithShape="1">
          <a:blip r:embed="rId5">
            <a:alphaModFix/>
          </a:blip>
          <a:srcRect b="0" l="0" r="0" t="0"/>
          <a:stretch/>
        </p:blipFill>
        <p:spPr>
          <a:xfrm>
            <a:off x="4883723" y="3333750"/>
            <a:ext cx="4118976" cy="3089224"/>
          </a:xfrm>
          <a:prstGeom prst="rect">
            <a:avLst/>
          </a:prstGeom>
          <a:noFill/>
          <a:ln>
            <a:noFill/>
          </a:ln>
        </p:spPr>
      </p:pic>
      <p:pic>
        <p:nvPicPr>
          <p:cNvPr id="161" name="Google Shape;161;p22"/>
          <p:cNvPicPr preferRelativeResize="0"/>
          <p:nvPr/>
        </p:nvPicPr>
        <p:blipFill>
          <a:blip r:embed="rId6">
            <a:alphaModFix/>
          </a:blip>
          <a:stretch>
            <a:fillRect/>
          </a:stretch>
        </p:blipFill>
        <p:spPr>
          <a:xfrm>
            <a:off x="853375" y="1423899"/>
            <a:ext cx="2619375" cy="17430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3"/>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Exercicio	</a:t>
            </a:r>
            <a:endParaRPr/>
          </a:p>
        </p:txBody>
      </p:sp>
      <p:sp>
        <p:nvSpPr>
          <p:cNvPr id="167" name="Google Shape;167;p23"/>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folHlink"/>
              </a:buClr>
              <a:buSzPts val="3360"/>
              <a:buFont typeface="Arial"/>
              <a:buChar char="•"/>
            </a:pPr>
            <a:r>
              <a:rPr b="1" i="0" lang="en-US" sz="2800" u="none">
                <a:solidFill>
                  <a:srgbClr val="000066"/>
                </a:solidFill>
                <a:latin typeface="Arial"/>
                <a:ea typeface="Arial"/>
                <a:cs typeface="Arial"/>
                <a:sym typeface="Arial"/>
              </a:rPr>
              <a:t>Em grupos de 4, escolham uma marca do relatório </a:t>
            </a:r>
            <a:r>
              <a:rPr b="1" i="0" lang="en-US" sz="2800" u="none">
                <a:solidFill>
                  <a:srgbClr val="000066"/>
                </a:solidFill>
                <a:highlight>
                  <a:srgbClr val="FF9900"/>
                </a:highlight>
                <a:latin typeface="Arial"/>
                <a:ea typeface="Arial"/>
                <a:cs typeface="Arial"/>
                <a:sym typeface="Arial"/>
              </a:rPr>
              <a:t>interbrand </a:t>
            </a:r>
            <a:r>
              <a:rPr b="1" i="0" lang="en-US" sz="2800" u="none">
                <a:solidFill>
                  <a:srgbClr val="000066"/>
                </a:solidFill>
                <a:latin typeface="Arial"/>
                <a:ea typeface="Arial"/>
                <a:cs typeface="Arial"/>
                <a:sym typeface="Arial"/>
              </a:rPr>
              <a:t>e digam qual o esquema de cores/emo</a:t>
            </a:r>
            <a:r>
              <a:rPr lang="en-US"/>
              <a:t>ç</a:t>
            </a:r>
            <a:r>
              <a:rPr b="1" i="0" lang="en-US" sz="2800" u="none">
                <a:solidFill>
                  <a:srgbClr val="000066"/>
                </a:solidFill>
                <a:latin typeface="Arial"/>
                <a:ea typeface="Arial"/>
                <a:cs typeface="Arial"/>
                <a:sym typeface="Arial"/>
              </a:rPr>
              <a:t>ões evocadas pela marca.</a:t>
            </a:r>
            <a:endParaRPr/>
          </a:p>
          <a:p>
            <a:pPr indent="-129540" lvl="0" marL="342900" marR="0" rtl="0" algn="l">
              <a:lnSpc>
                <a:spcPct val="100000"/>
              </a:lnSpc>
              <a:spcBef>
                <a:spcPts val="1120"/>
              </a:spcBef>
              <a:spcAft>
                <a:spcPts val="0"/>
              </a:spcAft>
              <a:buClr>
                <a:schemeClr val="folHlink"/>
              </a:buClr>
              <a:buSzPts val="3360"/>
              <a:buFont typeface="Arial"/>
              <a:buNone/>
            </a:pPr>
            <a:r>
              <a:t/>
            </a:r>
            <a:endParaRPr b="1" i="0" sz="2800" u="none">
              <a:solidFill>
                <a:srgbClr val="000066"/>
              </a:solidFill>
              <a:latin typeface="Arial"/>
              <a:ea typeface="Arial"/>
              <a:cs typeface="Arial"/>
              <a:sym typeface="Arial"/>
            </a:endParaRPr>
          </a:p>
          <a:p>
            <a:pPr indent="-342900" lvl="0" marL="342900" marR="0" rtl="0" algn="l">
              <a:lnSpc>
                <a:spcPct val="100000"/>
              </a:lnSpc>
              <a:spcBef>
                <a:spcPts val="1120"/>
              </a:spcBef>
              <a:spcAft>
                <a:spcPts val="0"/>
              </a:spcAft>
              <a:buClr>
                <a:schemeClr val="folHlink"/>
              </a:buClr>
              <a:buSzPts val="3360"/>
              <a:buFont typeface="Arial"/>
              <a:buChar char="•"/>
            </a:pPr>
            <a:r>
              <a:rPr b="1" i="0" lang="en-US" sz="2800" u="none">
                <a:solidFill>
                  <a:srgbClr val="000066"/>
                </a:solidFill>
                <a:latin typeface="Arial"/>
                <a:ea typeface="Arial"/>
                <a:cs typeface="Arial"/>
                <a:sym typeface="Arial"/>
              </a:rPr>
              <a:t>Tempo: 15 minutos</a:t>
            </a:r>
            <a:endParaRPr/>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4"/>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1" sz="3200">
              <a:solidFill>
                <a:srgbClr val="CC0066"/>
              </a:solidFill>
              <a:latin typeface="Arial"/>
              <a:ea typeface="Arial"/>
              <a:cs typeface="Arial"/>
              <a:sym typeface="Arial"/>
            </a:endParaRPr>
          </a:p>
        </p:txBody>
      </p:sp>
      <p:sp>
        <p:nvSpPr>
          <p:cNvPr id="173" name="Google Shape;173;p24"/>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pic>
        <p:nvPicPr>
          <p:cNvPr descr="http://assets2.exame.abril.com.br/assets/images/2010/10/16092/size_960_16_9_itau-unibanco-agencia.jpg" id="174" name="Google Shape;174;p24"/>
          <p:cNvPicPr preferRelativeResize="0"/>
          <p:nvPr/>
        </p:nvPicPr>
        <p:blipFill rotWithShape="1">
          <a:blip r:embed="rId3">
            <a:alphaModFix/>
          </a:blip>
          <a:srcRect b="0" l="0" r="0" t="0"/>
          <a:stretch/>
        </p:blipFill>
        <p:spPr>
          <a:xfrm>
            <a:off x="449262" y="293687"/>
            <a:ext cx="5105400" cy="2867025"/>
          </a:xfrm>
          <a:prstGeom prst="rect">
            <a:avLst/>
          </a:prstGeom>
          <a:noFill/>
          <a:ln>
            <a:noFill/>
          </a:ln>
        </p:spPr>
      </p:pic>
      <p:pic>
        <p:nvPicPr>
          <p:cNvPr descr="http://shoppingjequiti.com.br/imagens/banco/imagens/itau%20logo.JPG" id="175" name="Google Shape;175;p24"/>
          <p:cNvPicPr preferRelativeResize="0"/>
          <p:nvPr/>
        </p:nvPicPr>
        <p:blipFill rotWithShape="1">
          <a:blip r:embed="rId4">
            <a:alphaModFix/>
          </a:blip>
          <a:srcRect b="0" l="0" r="0" t="0"/>
          <a:stretch/>
        </p:blipFill>
        <p:spPr>
          <a:xfrm>
            <a:off x="2057400" y="3160712"/>
            <a:ext cx="3810000" cy="3257550"/>
          </a:xfrm>
          <a:prstGeom prst="rect">
            <a:avLst/>
          </a:prstGeom>
          <a:noFill/>
          <a:ln>
            <a:noFill/>
          </a:ln>
        </p:spPr>
      </p:pic>
      <p:pic>
        <p:nvPicPr>
          <p:cNvPr descr="http://www.blogrelacoes.com.br/wp-content/uploads/2012/05/bike-rio.jpg" id="176" name="Google Shape;176;p24"/>
          <p:cNvPicPr preferRelativeResize="0"/>
          <p:nvPr/>
        </p:nvPicPr>
        <p:blipFill rotWithShape="1">
          <a:blip r:embed="rId5">
            <a:alphaModFix/>
          </a:blip>
          <a:srcRect b="0" l="0" r="0" t="0"/>
          <a:stretch/>
        </p:blipFill>
        <p:spPr>
          <a:xfrm>
            <a:off x="5626100" y="3905250"/>
            <a:ext cx="3349625" cy="2513012"/>
          </a:xfrm>
          <a:prstGeom prst="rect">
            <a:avLst/>
          </a:prstGeom>
          <a:noFill/>
          <a:ln>
            <a:noFill/>
          </a:ln>
        </p:spPr>
      </p:pic>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5"/>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1" sz="3200">
              <a:solidFill>
                <a:srgbClr val="CC0066"/>
              </a:solidFill>
              <a:latin typeface="Arial"/>
              <a:ea typeface="Arial"/>
              <a:cs typeface="Arial"/>
              <a:sym typeface="Arial"/>
            </a:endParaRPr>
          </a:p>
        </p:txBody>
      </p:sp>
      <p:sp>
        <p:nvSpPr>
          <p:cNvPr id="182" name="Google Shape;182;p25"/>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pic>
        <p:nvPicPr>
          <p:cNvPr descr="http://mundodasdicas.com.br/wp-content/uploads/2013/10/programa-trainee-unilever-2014.jpg" id="183" name="Google Shape;183;p25"/>
          <p:cNvPicPr preferRelativeResize="0"/>
          <p:nvPr/>
        </p:nvPicPr>
        <p:blipFill rotWithShape="1">
          <a:blip r:embed="rId3">
            <a:alphaModFix/>
          </a:blip>
          <a:srcRect b="0" l="0" r="0" t="0"/>
          <a:stretch/>
        </p:blipFill>
        <p:spPr>
          <a:xfrm>
            <a:off x="7848600" y="5432425"/>
            <a:ext cx="1063625" cy="1063625"/>
          </a:xfrm>
          <a:prstGeom prst="rect">
            <a:avLst/>
          </a:prstGeom>
          <a:noFill/>
          <a:ln>
            <a:noFill/>
          </a:ln>
        </p:spPr>
      </p:pic>
      <p:pic>
        <p:nvPicPr>
          <p:cNvPr id="184" name="Google Shape;184;p25"/>
          <p:cNvPicPr preferRelativeResize="0"/>
          <p:nvPr/>
        </p:nvPicPr>
        <p:blipFill rotWithShape="1">
          <a:blip r:embed="rId4">
            <a:alphaModFix/>
          </a:blip>
          <a:srcRect b="0" l="0" r="0" t="0"/>
          <a:stretch/>
        </p:blipFill>
        <p:spPr>
          <a:xfrm>
            <a:off x="76200" y="1524000"/>
            <a:ext cx="8986837" cy="3684587"/>
          </a:xfrm>
          <a:prstGeom prst="rect">
            <a:avLst/>
          </a:prstGeom>
          <a:noFill/>
          <a:ln>
            <a:noFill/>
          </a:ln>
        </p:spPr>
      </p:pic>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6"/>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Pistas sensoriais</a:t>
            </a:r>
            <a:endParaRPr/>
          </a:p>
        </p:txBody>
      </p:sp>
      <p:sp>
        <p:nvSpPr>
          <p:cNvPr id="190" name="Google Shape;190;p26"/>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pic>
        <p:nvPicPr>
          <p:cNvPr descr="https://encrypted-tbn0.gstatic.com/images?q=tbn:ANd9GcRWiIIWrzZ2HLRfP0xDKunrnlDDjnsEPEiXNYa59RHWoujGUQm4" id="191" name="Google Shape;191;p26"/>
          <p:cNvPicPr preferRelativeResize="0"/>
          <p:nvPr/>
        </p:nvPicPr>
        <p:blipFill rotWithShape="1">
          <a:blip r:embed="rId3">
            <a:alphaModFix/>
          </a:blip>
          <a:srcRect b="0" l="0" r="0" t="0"/>
          <a:stretch/>
        </p:blipFill>
        <p:spPr>
          <a:xfrm>
            <a:off x="914400" y="1371600"/>
            <a:ext cx="7315200" cy="5480050"/>
          </a:xfrm>
          <a:prstGeom prst="rect">
            <a:avLst/>
          </a:prstGeom>
          <a:noFill/>
          <a:ln>
            <a:noFill/>
          </a:ln>
        </p:spPr>
      </p:pic>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7"/>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Scents</a:t>
            </a:r>
            <a:endParaRPr/>
          </a:p>
        </p:txBody>
      </p:sp>
      <p:pic>
        <p:nvPicPr>
          <p:cNvPr descr="MPj04231170000[1]" id="197" name="Google Shape;197;p27"/>
          <p:cNvPicPr preferRelativeResize="0"/>
          <p:nvPr/>
        </p:nvPicPr>
        <p:blipFill rotWithShape="1">
          <a:blip r:embed="rId3">
            <a:alphaModFix/>
          </a:blip>
          <a:srcRect b="0" l="0" r="0" t="0"/>
          <a:stretch/>
        </p:blipFill>
        <p:spPr>
          <a:xfrm>
            <a:off x="600075" y="2667000"/>
            <a:ext cx="3173412" cy="3657600"/>
          </a:xfrm>
          <a:prstGeom prst="rect">
            <a:avLst/>
          </a:prstGeom>
          <a:noFill/>
          <a:ln cap="flat" cmpd="sng" w="38100">
            <a:solidFill>
              <a:srgbClr val="996600"/>
            </a:solidFill>
            <a:prstDash val="solid"/>
            <a:miter lim="800000"/>
            <a:headEnd len="sm" w="sm" type="none"/>
            <a:tailEnd len="sm" w="sm" type="none"/>
          </a:ln>
        </p:spPr>
      </p:pic>
      <p:sp>
        <p:nvSpPr>
          <p:cNvPr descr="9k=" id="198" name="Google Shape;198;p27"/>
          <p:cNvSpPr txBox="1"/>
          <p:nvPr/>
        </p:nvSpPr>
        <p:spPr>
          <a:xfrm>
            <a:off x="4419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pic>
        <p:nvPicPr>
          <p:cNvPr id="199" name="Google Shape;199;p27"/>
          <p:cNvPicPr preferRelativeResize="0"/>
          <p:nvPr/>
        </p:nvPicPr>
        <p:blipFill rotWithShape="1">
          <a:blip r:embed="rId4">
            <a:alphaModFix/>
          </a:blip>
          <a:srcRect b="0" l="0" r="0" t="0"/>
          <a:stretch/>
        </p:blipFill>
        <p:spPr>
          <a:xfrm>
            <a:off x="3962400" y="1524000"/>
            <a:ext cx="5105400" cy="382428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8"/>
          <p:cNvSpPr txBox="1"/>
          <p:nvPr>
            <p:ph type="title"/>
          </p:nvPr>
        </p:nvSpPr>
        <p:spPr>
          <a:xfrm>
            <a:off x="457200" y="2778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28"/>
          <p:cNvSpPr txBox="1"/>
          <p:nvPr>
            <p:ph idx="1" type="body"/>
          </p:nvPr>
        </p:nvSpPr>
        <p:spPr>
          <a:xfrm>
            <a:off x="457200" y="1371600"/>
            <a:ext cx="8229600" cy="4759200"/>
          </a:xfrm>
          <a:prstGeom prst="rect">
            <a:avLst/>
          </a:prstGeom>
        </p:spPr>
        <p:txBody>
          <a:bodyPr anchorCtr="0" anchor="t" bIns="45700" lIns="91425" spcFirstLastPara="1" rIns="91425" wrap="square" tIns="45700">
            <a:noAutofit/>
          </a:bodyPr>
          <a:lstStyle/>
          <a:p>
            <a:pPr indent="0" lvl="0" marL="0" rtl="0" algn="l">
              <a:spcBef>
                <a:spcPts val="1120"/>
              </a:spcBef>
              <a:spcAft>
                <a:spcPts val="0"/>
              </a:spcAft>
              <a:buNone/>
            </a:pPr>
            <a:r>
              <a:t/>
            </a:r>
            <a:endParaRPr/>
          </a:p>
        </p:txBody>
      </p:sp>
      <p:pic>
        <p:nvPicPr>
          <p:cNvPr id="207" name="Google Shape;207;p28"/>
          <p:cNvPicPr preferRelativeResize="0"/>
          <p:nvPr/>
        </p:nvPicPr>
        <p:blipFill>
          <a:blip r:embed="rId3">
            <a:alphaModFix/>
          </a:blip>
          <a:stretch>
            <a:fillRect/>
          </a:stretch>
        </p:blipFill>
        <p:spPr>
          <a:xfrm>
            <a:off x="1574404" y="1371600"/>
            <a:ext cx="6419767" cy="4406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1" name="Shape 211"/>
        <p:cNvGrpSpPr/>
        <p:nvPr/>
      </p:nvGrpSpPr>
      <p:grpSpPr>
        <a:xfrm>
          <a:off x="0" y="0"/>
          <a:ext cx="0" cy="0"/>
          <a:chOff x="0" y="0"/>
          <a:chExt cx="0" cy="0"/>
        </a:xfrm>
      </p:grpSpPr>
      <p:sp>
        <p:nvSpPr>
          <p:cNvPr id="212" name="Google Shape;212;p29"/>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Sound</a:t>
            </a:r>
            <a:endParaRPr/>
          </a:p>
        </p:txBody>
      </p:sp>
      <p:pic>
        <p:nvPicPr>
          <p:cNvPr descr="http://morumbishopping.com.br/portal/wp-content/uploads/image-store/adidas/image-1.jpg" id="213" name="Google Shape;213;p29"/>
          <p:cNvPicPr preferRelativeResize="0"/>
          <p:nvPr/>
        </p:nvPicPr>
        <p:blipFill rotWithShape="1">
          <a:blip r:embed="rId3">
            <a:alphaModFix/>
          </a:blip>
          <a:srcRect b="0" l="0" r="0" t="0"/>
          <a:stretch/>
        </p:blipFill>
        <p:spPr>
          <a:xfrm>
            <a:off x="1219200" y="1676400"/>
            <a:ext cx="7137400" cy="4114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0"/>
          <p:cNvSpPr txBox="1"/>
          <p:nvPr>
            <p:ph type="title"/>
          </p:nvPr>
        </p:nvSpPr>
        <p:spPr>
          <a:xfrm>
            <a:off x="457200" y="277812"/>
            <a:ext cx="8229600" cy="8652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Jingles</a:t>
            </a:r>
            <a:endParaRPr/>
          </a:p>
        </p:txBody>
      </p:sp>
      <p:sp>
        <p:nvSpPr>
          <p:cNvPr id="219" name="Google Shape;219;p30"/>
          <p:cNvSpPr txBox="1"/>
          <p:nvPr>
            <p:ph idx="1" type="body"/>
          </p:nvPr>
        </p:nvSpPr>
        <p:spPr>
          <a:xfrm>
            <a:off x="457200" y="1371600"/>
            <a:ext cx="8229600" cy="4759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folHlink"/>
              </a:buClr>
              <a:buSzPts val="3360"/>
              <a:buFont typeface="Arial"/>
              <a:buChar char="•"/>
            </a:pPr>
            <a:r>
              <a:rPr b="1" i="0" lang="en-US" sz="2800" u="none">
                <a:solidFill>
                  <a:srgbClr val="000066"/>
                </a:solidFill>
                <a:latin typeface="Arial"/>
                <a:ea typeface="Arial"/>
                <a:cs typeface="Arial"/>
                <a:sym typeface="Arial"/>
              </a:rPr>
              <a:t>Os jingles são estímulos sonoros que criam espíritos desejados e mantêm as consciências das marcas. </a:t>
            </a:r>
            <a:endParaRPr/>
          </a:p>
          <a:p>
            <a:pPr indent="-342900" lvl="0" marL="342900" marR="0" rtl="0" algn="l">
              <a:lnSpc>
                <a:spcPct val="100000"/>
              </a:lnSpc>
              <a:spcBef>
                <a:spcPts val="1120"/>
              </a:spcBef>
              <a:spcAft>
                <a:spcPts val="0"/>
              </a:spcAft>
              <a:buClr>
                <a:schemeClr val="folHlink"/>
              </a:buClr>
              <a:buSzPts val="3360"/>
              <a:buFont typeface="Arial"/>
              <a:buChar char="•"/>
            </a:pPr>
            <a:r>
              <a:rPr b="1" i="0" lang="en-US" sz="2800" u="none">
                <a:solidFill>
                  <a:srgbClr val="000066"/>
                </a:solidFill>
                <a:latin typeface="Arial"/>
                <a:ea typeface="Arial"/>
                <a:cs typeface="Arial"/>
                <a:sym typeface="Arial"/>
              </a:rPr>
              <a:t>Ouça esses jingles famosos e diga que sensações eles trazem:</a:t>
            </a:r>
            <a:endParaRPr/>
          </a:p>
          <a:p>
            <a:pPr indent="-129540" lvl="0" marL="342900" marR="0" rtl="0" algn="l">
              <a:spcBef>
                <a:spcPts val="1120"/>
              </a:spcBef>
              <a:spcAft>
                <a:spcPts val="0"/>
              </a:spcAft>
              <a:buClr>
                <a:schemeClr val="folHlink"/>
              </a:buClr>
              <a:buSzPts val="3360"/>
              <a:buFont typeface="Arial"/>
              <a:buNone/>
            </a:pPr>
            <a:r>
              <a:t/>
            </a:r>
            <a:endParaRPr b="1" i="0" sz="2800" u="sng">
              <a:solidFill>
                <a:srgbClr val="000066"/>
              </a:solidFill>
              <a:latin typeface="Arial"/>
              <a:ea typeface="Arial"/>
              <a:cs typeface="Arial"/>
              <a:sym typeface="Arial"/>
              <a:hlinkClick r:id="rId3">
                <a:extLst>
                  <a:ext uri="{A12FA001-AC4F-418D-AE19-62706E023703}">
                    <ahyp:hlinkClr val="tx"/>
                  </a:ext>
                </a:extLst>
              </a:hlinkClick>
            </a:endParaRPr>
          </a:p>
        </p:txBody>
      </p:sp>
      <p:pic>
        <p:nvPicPr>
          <p:cNvPr descr="Quem é &quot;das antigas&quot; vai se lembrar desse Comercial veiculado na TV, que virou praticamente um hino nas décadas de 70/80. Esse jingle foi composto em 1972 por Francis Monte, lançado em 1978 e veiculado até 1983, fazendo com que a marca virasse sinônimo de ducha de banho.&#10;A propaganda era uma delícia de ver, apareciam imagens lindas, de cachoeiras... uma analogia à quantidade de água que saía do chuveiro. Puro exagero, nem era tanta água assim. Mas, que era legal... ah, isso era !!!" id="220" name="Google Shape;220;p30" title="Duchas Corona | Jingle">
            <a:hlinkClick r:id="rId4"/>
          </p:cNvPr>
          <p:cNvPicPr preferRelativeResize="0"/>
          <p:nvPr/>
        </p:nvPicPr>
        <p:blipFill>
          <a:blip r:embed="rId5">
            <a:alphaModFix/>
          </a:blip>
          <a:stretch>
            <a:fillRect/>
          </a:stretch>
        </p:blipFill>
        <p:spPr>
          <a:xfrm>
            <a:off x="876825" y="4172575"/>
            <a:ext cx="3006475" cy="2254850"/>
          </a:xfrm>
          <a:prstGeom prst="rect">
            <a:avLst/>
          </a:prstGeom>
          <a:noFill/>
          <a:ln>
            <a:noFill/>
          </a:ln>
        </p:spPr>
      </p:pic>
      <p:pic>
        <p:nvPicPr>
          <p:cNvPr descr="Criação: Sérgio Mineiro, César Brunetti, Sérgio Campanelli, Maurício Novaes, Lino Simão&#10;Produção: MCR&#10;Ano: 1991" id="221" name="Google Shape;221;p30" title="Pipoca com Guaraná Antarctica - Jingle - Comercial">
            <a:hlinkClick r:id="rId6"/>
          </p:cNvPr>
          <p:cNvPicPr preferRelativeResize="0"/>
          <p:nvPr/>
        </p:nvPicPr>
        <p:blipFill>
          <a:blip r:embed="rId7">
            <a:alphaModFix/>
          </a:blip>
          <a:stretch>
            <a:fillRect/>
          </a:stretch>
        </p:blipFill>
        <p:spPr>
          <a:xfrm>
            <a:off x="5120025" y="4125600"/>
            <a:ext cx="3131725" cy="2348800"/>
          </a:xfrm>
          <a:prstGeom prst="rect">
            <a:avLst/>
          </a:prstGeom>
          <a:noFill/>
          <a:ln>
            <a:noFill/>
          </a:ln>
        </p:spPr>
      </p:pic>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1000"/>
                                        <p:tgtEl>
                                          <p:spTgt spid="2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1"/>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Tato</a:t>
            </a:r>
            <a:endParaRPr/>
          </a:p>
        </p:txBody>
      </p:sp>
      <p:sp>
        <p:nvSpPr>
          <p:cNvPr id="227" name="Google Shape;227;p31"/>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Sentido háptico</a:t>
            </a:r>
            <a:endParaRPr/>
          </a:p>
          <a:p>
            <a:pPr indent="-342900" lvl="0" marL="342900" rtl="0" algn="l">
              <a:lnSpc>
                <a:spcPct val="100000"/>
              </a:lnSpc>
              <a:spcBef>
                <a:spcPts val="96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Indivíduos que estão mais acima na escala de “necessidade de tocar” (</a:t>
            </a:r>
            <a:r>
              <a:rPr b="1" i="1" lang="en-US" sz="2400" u="none">
                <a:solidFill>
                  <a:srgbClr val="000066"/>
                </a:solidFill>
                <a:latin typeface="Arial"/>
                <a:ea typeface="Arial"/>
                <a:cs typeface="Arial"/>
                <a:sym typeface="Arial"/>
              </a:rPr>
              <a:t>need for touch</a:t>
            </a:r>
            <a:r>
              <a:rPr b="1" i="0" lang="en-US" sz="2400" u="none">
                <a:solidFill>
                  <a:srgbClr val="000066"/>
                </a:solidFill>
                <a:latin typeface="Arial"/>
                <a:ea typeface="Arial"/>
                <a:cs typeface="Arial"/>
                <a:sym typeface="Arial"/>
              </a:rPr>
              <a:t>) são especialmente influenciados pela dimensão háptica.</a:t>
            </a:r>
            <a:endParaRPr/>
          </a:p>
          <a:p>
            <a:pPr indent="-285750" lvl="1" marL="742950" rtl="0" algn="l">
              <a:lnSpc>
                <a:spcPct val="100000"/>
              </a:lnSpc>
              <a:spcBef>
                <a:spcPts val="48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Escala: likert </a:t>
            </a:r>
            <a:endParaRPr/>
          </a:p>
          <a:p>
            <a:pPr indent="-228600" lvl="2" marL="1143000" rtl="0" algn="l">
              <a:lnSpc>
                <a:spcPct val="100000"/>
              </a:lnSpc>
              <a:spcBef>
                <a:spcPts val="48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Ao caminhar pelas lojas, não posso deixar de tocar todos os tipos de produtos</a:t>
            </a:r>
            <a:endParaRPr/>
          </a:p>
          <a:p>
            <a:pPr indent="-228600" lvl="2" marL="1143000" rtl="0" algn="l">
              <a:lnSpc>
                <a:spcPct val="100000"/>
              </a:lnSpc>
              <a:spcBef>
                <a:spcPts val="48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Tocar os produtos pode ser divertido</a:t>
            </a:r>
            <a:endParaRPr/>
          </a:p>
          <a:p>
            <a:pPr indent="-228600" lvl="2" marL="1143000" rtl="0" algn="l">
              <a:lnSpc>
                <a:spcPct val="100000"/>
              </a:lnSpc>
              <a:spcBef>
                <a:spcPts val="48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Me sinto mais confortável ao comprar um produto depois de examina-lo fisicamente.</a:t>
            </a:r>
            <a:endParaRPr/>
          </a:p>
        </p:txBody>
      </p:sp>
    </p:spTree>
  </p:cSld>
  <p:clrMapOvr>
    <a:masterClrMapping/>
  </p:clrMapOvr>
  <p:transition spd="slow">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2"/>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Tato</a:t>
            </a:r>
            <a:endParaRPr/>
          </a:p>
        </p:txBody>
      </p:sp>
      <p:sp>
        <p:nvSpPr>
          <p:cNvPr id="233" name="Google Shape;233;p32"/>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pic>
        <p:nvPicPr>
          <p:cNvPr descr="http://www.themalaysianinsider.com/assets/uploads/articles/Apple-2013-07-23.JPG" id="234" name="Google Shape;234;p32"/>
          <p:cNvPicPr preferRelativeResize="0"/>
          <p:nvPr/>
        </p:nvPicPr>
        <p:blipFill rotWithShape="1">
          <a:blip r:embed="rId3">
            <a:alphaModFix/>
          </a:blip>
          <a:srcRect b="0" l="0" r="0" t="0"/>
          <a:stretch/>
        </p:blipFill>
        <p:spPr>
          <a:xfrm>
            <a:off x="441325" y="1385887"/>
            <a:ext cx="8518525" cy="4176712"/>
          </a:xfrm>
          <a:prstGeom prst="rect">
            <a:avLst/>
          </a:prstGeom>
          <a:noFill/>
          <a:ln>
            <a:noFill/>
          </a:ln>
        </p:spPr>
      </p:pic>
    </p:spTree>
  </p:cSld>
  <p:clrMapOvr>
    <a:masterClrMapping/>
  </p:clrMapOvr>
  <p:transition spd="slow">
    <p:fade/>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3"/>
          <p:cNvSpPr txBox="1"/>
          <p:nvPr>
            <p:ph idx="4294967295" type="title"/>
          </p:nvPr>
        </p:nvSpPr>
        <p:spPr>
          <a:xfrm>
            <a:off x="457200" y="277812"/>
            <a:ext cx="8229600" cy="865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CC0066"/>
              </a:buClr>
              <a:buSzPts val="3200"/>
              <a:buFont typeface="Arial"/>
              <a:buNone/>
            </a:pPr>
            <a:r>
              <a:rPr lang="en-US"/>
              <a:t>Need for touch</a:t>
            </a:r>
            <a:endParaRPr/>
          </a:p>
        </p:txBody>
      </p:sp>
      <p:sp>
        <p:nvSpPr>
          <p:cNvPr id="240" name="Google Shape;240;p33"/>
          <p:cNvSpPr txBox="1"/>
          <p:nvPr>
            <p:ph idx="4294967295" type="body"/>
          </p:nvPr>
        </p:nvSpPr>
        <p:spPr>
          <a:xfrm>
            <a:off x="457200" y="1371600"/>
            <a:ext cx="8229600" cy="4759200"/>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pic>
        <p:nvPicPr>
          <p:cNvPr id="241" name="Google Shape;241;p33"/>
          <p:cNvPicPr preferRelativeResize="0"/>
          <p:nvPr/>
        </p:nvPicPr>
        <p:blipFill rotWithShape="1">
          <a:blip r:embed="rId3">
            <a:alphaModFix/>
          </a:blip>
          <a:srcRect b="0" l="0" r="0" t="0"/>
          <a:stretch/>
        </p:blipFill>
        <p:spPr>
          <a:xfrm>
            <a:off x="1219200" y="1552575"/>
            <a:ext cx="6705600" cy="43910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4"/>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Taste</a:t>
            </a:r>
            <a:endParaRPr/>
          </a:p>
        </p:txBody>
      </p:sp>
      <p:sp>
        <p:nvSpPr>
          <p:cNvPr id="247" name="Google Shape;247;p34"/>
          <p:cNvSpPr txBox="1"/>
          <p:nvPr>
            <p:ph idx="1" type="body"/>
          </p:nvPr>
        </p:nvSpPr>
        <p:spPr>
          <a:xfrm>
            <a:off x="304800" y="1157287"/>
            <a:ext cx="8229600" cy="47593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Fatores culturais determinam os sabores que consideramos desejáveis</a:t>
            </a:r>
            <a:endParaRPr/>
          </a:p>
          <a:p>
            <a:pPr indent="-342900" lvl="0" marL="342900" rtl="0" algn="l">
              <a:lnSpc>
                <a:spcPct val="100000"/>
              </a:lnSpc>
              <a:spcBef>
                <a:spcPts val="960"/>
              </a:spcBef>
              <a:spcAft>
                <a:spcPts val="0"/>
              </a:spcAft>
              <a:buClr>
                <a:schemeClr val="folHlink"/>
              </a:buClr>
              <a:buSzPts val="2880"/>
              <a:buFont typeface="Arial"/>
              <a:buChar char="•"/>
            </a:pPr>
            <a:r>
              <a:rPr b="1" i="0" lang="en-US" sz="2400" u="none">
                <a:solidFill>
                  <a:srgbClr val="000066"/>
                </a:solidFill>
                <a:latin typeface="Arial"/>
                <a:ea typeface="Arial"/>
                <a:cs typeface="Arial"/>
                <a:sym typeface="Arial"/>
              </a:rPr>
              <a:t>O paladar é um sentido importante não só quando se trata de comidas e bebidas. Por exemplo, o creme dental da P&amp;G Rejuvenating Effect foi produzido para dar uma sensação de formigamento na boca de quem o usa, o que dá uma percepção de saúde nas gengivas e hálito fresco.</a:t>
            </a:r>
            <a:endParaRPr/>
          </a:p>
          <a:p>
            <a:pPr indent="-160020" lvl="0" marL="342900" rtl="0" algn="l">
              <a:spcBef>
                <a:spcPts val="960"/>
              </a:spcBef>
              <a:spcAft>
                <a:spcPts val="0"/>
              </a:spcAft>
              <a:buSzPts val="2880"/>
              <a:buFont typeface="Arial"/>
              <a:buNone/>
            </a:pPr>
            <a:r>
              <a:t/>
            </a:r>
            <a:endParaRPr b="1" i="0" sz="2400" u="none">
              <a:solidFill>
                <a:srgbClr val="000066"/>
              </a:solidFill>
              <a:latin typeface="Arial"/>
              <a:ea typeface="Arial"/>
              <a:cs typeface="Arial"/>
              <a:sym typeface="Arial"/>
            </a:endParaRPr>
          </a:p>
        </p:txBody>
      </p:sp>
      <p:pic>
        <p:nvPicPr>
          <p:cNvPr id="248" name="Google Shape;248;p34"/>
          <p:cNvPicPr preferRelativeResize="0"/>
          <p:nvPr/>
        </p:nvPicPr>
        <p:blipFill rotWithShape="1">
          <a:blip r:embed="rId3">
            <a:alphaModFix/>
          </a:blip>
          <a:srcRect b="0" l="0" r="0" t="0"/>
          <a:stretch/>
        </p:blipFill>
        <p:spPr>
          <a:xfrm>
            <a:off x="7041975" y="4706138"/>
            <a:ext cx="1101139" cy="1652589"/>
          </a:xfrm>
          <a:prstGeom prst="rect">
            <a:avLst/>
          </a:prstGeom>
          <a:noFill/>
          <a:ln>
            <a:noFill/>
          </a:ln>
        </p:spPr>
      </p:pic>
      <p:pic>
        <p:nvPicPr>
          <p:cNvPr descr="http://www.adlatina.com/sites/default/files/legacy/grafica/ruffles78-es.JPG" id="249" name="Google Shape;249;p34"/>
          <p:cNvPicPr preferRelativeResize="0"/>
          <p:nvPr/>
        </p:nvPicPr>
        <p:blipFill rotWithShape="1">
          <a:blip r:embed="rId4">
            <a:alphaModFix/>
          </a:blip>
          <a:srcRect b="0" l="0" r="0" t="0"/>
          <a:stretch/>
        </p:blipFill>
        <p:spPr>
          <a:xfrm>
            <a:off x="609600" y="4892675"/>
            <a:ext cx="1752600" cy="1279525"/>
          </a:xfrm>
          <a:prstGeom prst="rect">
            <a:avLst/>
          </a:prstGeom>
          <a:noFill/>
          <a:ln>
            <a:noFill/>
          </a:ln>
        </p:spPr>
      </p:pic>
      <p:pic>
        <p:nvPicPr>
          <p:cNvPr id="250" name="Google Shape;250;p34"/>
          <p:cNvPicPr preferRelativeResize="0"/>
          <p:nvPr/>
        </p:nvPicPr>
        <p:blipFill rotWithShape="1">
          <a:blip r:embed="rId5">
            <a:alphaModFix/>
          </a:blip>
          <a:srcRect b="0" l="0" r="0" t="0"/>
          <a:stretch/>
        </p:blipFill>
        <p:spPr>
          <a:xfrm>
            <a:off x="2910038" y="4465375"/>
            <a:ext cx="3584100" cy="2333900"/>
          </a:xfrm>
          <a:prstGeom prst="rect">
            <a:avLst/>
          </a:prstGeom>
          <a:noFill/>
          <a:ln>
            <a:noFill/>
          </a:ln>
        </p:spPr>
      </p:pic>
    </p:spTree>
  </p:cSld>
  <p:clrMapOvr>
    <a:masterClrMapping/>
  </p:clrMapOvr>
  <p:transition spd="slow">
    <p:fade/>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5" name="Shape 255"/>
        <p:cNvGrpSpPr/>
        <p:nvPr/>
      </p:nvGrpSpPr>
      <p:grpSpPr>
        <a:xfrm>
          <a:off x="0" y="0"/>
          <a:ext cx="0" cy="0"/>
          <a:chOff x="0" y="0"/>
          <a:chExt cx="0" cy="0"/>
        </a:xfrm>
      </p:grpSpPr>
      <p:sp>
        <p:nvSpPr>
          <p:cNvPr id="256" name="Google Shape;256;p35"/>
          <p:cNvSpPr txBox="1"/>
          <p:nvPr>
            <p:ph type="title"/>
          </p:nvPr>
        </p:nvSpPr>
        <p:spPr>
          <a:xfrm>
            <a:off x="457200" y="8874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Escolha um dos logotipos e, com sua dupla, diga quais são as percepções evocadas pelas imagens.</a:t>
            </a:r>
            <a:endParaRPr/>
          </a:p>
        </p:txBody>
      </p:sp>
      <p:pic>
        <p:nvPicPr>
          <p:cNvPr id="257" name="Google Shape;257;p35"/>
          <p:cNvPicPr preferRelativeResize="0"/>
          <p:nvPr/>
        </p:nvPicPr>
        <p:blipFill>
          <a:blip r:embed="rId3">
            <a:alphaModFix/>
          </a:blip>
          <a:stretch>
            <a:fillRect/>
          </a:stretch>
        </p:blipFill>
        <p:spPr>
          <a:xfrm>
            <a:off x="622013" y="2114550"/>
            <a:ext cx="2828925" cy="1619250"/>
          </a:xfrm>
          <a:prstGeom prst="rect">
            <a:avLst/>
          </a:prstGeom>
          <a:noFill/>
          <a:ln>
            <a:noFill/>
          </a:ln>
        </p:spPr>
      </p:pic>
      <p:pic>
        <p:nvPicPr>
          <p:cNvPr id="258" name="Google Shape;258;p35"/>
          <p:cNvPicPr preferRelativeResize="0"/>
          <p:nvPr/>
        </p:nvPicPr>
        <p:blipFill>
          <a:blip r:embed="rId4">
            <a:alphaModFix/>
          </a:blip>
          <a:stretch>
            <a:fillRect/>
          </a:stretch>
        </p:blipFill>
        <p:spPr>
          <a:xfrm>
            <a:off x="5357075" y="2231738"/>
            <a:ext cx="2743200" cy="1666875"/>
          </a:xfrm>
          <a:prstGeom prst="rect">
            <a:avLst/>
          </a:prstGeom>
          <a:noFill/>
          <a:ln>
            <a:noFill/>
          </a:ln>
        </p:spPr>
      </p:pic>
      <p:pic>
        <p:nvPicPr>
          <p:cNvPr id="259" name="Google Shape;259;p35"/>
          <p:cNvPicPr preferRelativeResize="0"/>
          <p:nvPr/>
        </p:nvPicPr>
        <p:blipFill>
          <a:blip r:embed="rId5">
            <a:alphaModFix/>
          </a:blip>
          <a:stretch>
            <a:fillRect/>
          </a:stretch>
        </p:blipFill>
        <p:spPr>
          <a:xfrm>
            <a:off x="2069825" y="4506523"/>
            <a:ext cx="4572000" cy="13761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6"/>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Exposição</a:t>
            </a:r>
            <a:endParaRPr/>
          </a:p>
        </p:txBody>
      </p:sp>
      <p:sp>
        <p:nvSpPr>
          <p:cNvPr id="265" name="Google Shape;265;p36"/>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2400"/>
              <a:buFont typeface="Arial"/>
              <a:buChar char="•"/>
            </a:pPr>
            <a:r>
              <a:rPr b="1" i="0" lang="en-US" sz="2000" u="sng">
                <a:solidFill>
                  <a:srgbClr val="000066"/>
                </a:solidFill>
                <a:latin typeface="Arial"/>
                <a:ea typeface="Arial"/>
                <a:cs typeface="Arial"/>
                <a:sym typeface="Arial"/>
              </a:rPr>
              <a:t>Limiar absoluto</a:t>
            </a:r>
            <a:r>
              <a:rPr b="1" i="0" lang="en-US" sz="2000" u="none">
                <a:solidFill>
                  <a:srgbClr val="000066"/>
                </a:solidFill>
                <a:latin typeface="Arial"/>
                <a:ea typeface="Arial"/>
                <a:cs typeface="Arial"/>
                <a:sym typeface="Arial"/>
              </a:rPr>
              <a:t>: quantidade mínima de estímulo que pode ser detectada em um determinado canal sensorial.</a:t>
            </a:r>
            <a:endParaRPr/>
          </a:p>
          <a:p>
            <a:pPr indent="-190500" lvl="0" marL="342900" rtl="0" algn="l">
              <a:lnSpc>
                <a:spcPct val="100000"/>
              </a:lnSpc>
              <a:spcBef>
                <a:spcPts val="800"/>
              </a:spcBef>
              <a:spcAft>
                <a:spcPts val="0"/>
              </a:spcAft>
              <a:buClr>
                <a:schemeClr val="folHlink"/>
              </a:buClr>
              <a:buSzPts val="2400"/>
              <a:buFont typeface="Arial"/>
              <a:buNone/>
            </a:pPr>
            <a:r>
              <a:t/>
            </a:r>
            <a:endParaRPr b="1" i="0" sz="2000" u="none">
              <a:solidFill>
                <a:srgbClr val="000066"/>
              </a:solidFill>
              <a:latin typeface="Arial"/>
              <a:ea typeface="Arial"/>
              <a:cs typeface="Arial"/>
              <a:sym typeface="Arial"/>
            </a:endParaRPr>
          </a:p>
          <a:p>
            <a:pPr indent="-342900" lvl="0" marL="342900" rtl="0" algn="l">
              <a:lnSpc>
                <a:spcPct val="100000"/>
              </a:lnSpc>
              <a:spcBef>
                <a:spcPts val="800"/>
              </a:spcBef>
              <a:spcAft>
                <a:spcPts val="0"/>
              </a:spcAft>
              <a:buClr>
                <a:schemeClr val="folHlink"/>
              </a:buClr>
              <a:buSzPts val="2400"/>
              <a:buFont typeface="Arial"/>
              <a:buChar char="•"/>
            </a:pPr>
            <a:r>
              <a:rPr b="1" i="0" lang="en-US" sz="2000" u="sng">
                <a:solidFill>
                  <a:srgbClr val="000066"/>
                </a:solidFill>
                <a:latin typeface="Arial"/>
                <a:ea typeface="Arial"/>
                <a:cs typeface="Arial"/>
                <a:sym typeface="Arial"/>
              </a:rPr>
              <a:t>Limiar diferencial</a:t>
            </a:r>
            <a:r>
              <a:rPr b="1" i="0" lang="en-US" sz="2000" u="none">
                <a:solidFill>
                  <a:srgbClr val="000066"/>
                </a:solidFill>
                <a:latin typeface="Arial"/>
                <a:ea typeface="Arial"/>
                <a:cs typeface="Arial"/>
                <a:sym typeface="Arial"/>
              </a:rPr>
              <a:t>: capacidade de um sistema sensorial em detectar mudanças ou diferenças entre dois estímulos</a:t>
            </a:r>
            <a:endParaRPr/>
          </a:p>
          <a:p>
            <a:pPr indent="-190500" lvl="0" marL="342900" rtl="0" algn="l">
              <a:spcBef>
                <a:spcPts val="800"/>
              </a:spcBef>
              <a:spcAft>
                <a:spcPts val="0"/>
              </a:spcAft>
              <a:buSzPts val="2400"/>
              <a:buFont typeface="Arial"/>
              <a:buNone/>
            </a:pPr>
            <a:r>
              <a:t/>
            </a:r>
            <a:endParaRPr b="1" i="0" sz="2000" u="none">
              <a:solidFill>
                <a:srgbClr val="000066"/>
              </a:solidFill>
              <a:latin typeface="Arial"/>
              <a:ea typeface="Arial"/>
              <a:cs typeface="Arial"/>
              <a:sym typeface="Arial"/>
            </a:endParaRPr>
          </a:p>
        </p:txBody>
      </p:sp>
      <p:pic>
        <p:nvPicPr>
          <p:cNvPr descr="http://www.karony.com.br/imagens/paineis/paineis-06.jpg" id="266" name="Google Shape;266;p36"/>
          <p:cNvPicPr preferRelativeResize="0"/>
          <p:nvPr/>
        </p:nvPicPr>
        <p:blipFill rotWithShape="1">
          <a:blip r:embed="rId3">
            <a:alphaModFix/>
          </a:blip>
          <a:srcRect b="0" l="0" r="0" t="0"/>
          <a:stretch/>
        </p:blipFill>
        <p:spPr>
          <a:xfrm>
            <a:off x="5158550" y="3546050"/>
            <a:ext cx="3849300" cy="2857700"/>
          </a:xfrm>
          <a:prstGeom prst="rect">
            <a:avLst/>
          </a:prstGeom>
          <a:noFill/>
          <a:ln>
            <a:noFill/>
          </a:ln>
        </p:spPr>
      </p:pic>
      <p:pic>
        <p:nvPicPr>
          <p:cNvPr id="267" name="Google Shape;267;p36"/>
          <p:cNvPicPr preferRelativeResize="0"/>
          <p:nvPr/>
        </p:nvPicPr>
        <p:blipFill>
          <a:blip r:embed="rId4">
            <a:alphaModFix/>
          </a:blip>
          <a:stretch>
            <a:fillRect/>
          </a:stretch>
        </p:blipFill>
        <p:spPr>
          <a:xfrm>
            <a:off x="529350" y="3677019"/>
            <a:ext cx="4234800" cy="2387375"/>
          </a:xfrm>
          <a:prstGeom prst="rect">
            <a:avLst/>
          </a:prstGeom>
          <a:noFill/>
          <a:ln>
            <a:noFill/>
          </a:ln>
        </p:spPr>
      </p:pic>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7"/>
          <p:cNvSpPr txBox="1"/>
          <p:nvPr>
            <p:ph type="title"/>
          </p:nvPr>
        </p:nvSpPr>
        <p:spPr>
          <a:xfrm>
            <a:off x="457200" y="2778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Limiar: absoluto ou diferencial?</a:t>
            </a:r>
            <a:endParaRPr/>
          </a:p>
        </p:txBody>
      </p:sp>
      <p:sp>
        <p:nvSpPr>
          <p:cNvPr id="274" name="Google Shape;274;p37"/>
          <p:cNvSpPr txBox="1"/>
          <p:nvPr>
            <p:ph idx="1" type="body"/>
          </p:nvPr>
        </p:nvSpPr>
        <p:spPr>
          <a:xfrm>
            <a:off x="457200" y="1371600"/>
            <a:ext cx="8229600" cy="4759200"/>
          </a:xfrm>
          <a:prstGeom prst="rect">
            <a:avLst/>
          </a:prstGeom>
        </p:spPr>
        <p:txBody>
          <a:bodyPr anchorCtr="0" anchor="t" bIns="45700" lIns="91425" spcFirstLastPara="1" rIns="91425" wrap="square" tIns="45700">
            <a:noAutofit/>
          </a:bodyPr>
          <a:lstStyle/>
          <a:p>
            <a:pPr indent="0" lvl="0" marL="0" rtl="0" algn="l">
              <a:spcBef>
                <a:spcPts val="1120"/>
              </a:spcBef>
              <a:spcAft>
                <a:spcPts val="0"/>
              </a:spcAft>
              <a:buNone/>
            </a:pPr>
            <a:r>
              <a:t/>
            </a:r>
            <a:endParaRPr/>
          </a:p>
        </p:txBody>
      </p:sp>
      <p:pic>
        <p:nvPicPr>
          <p:cNvPr id="275" name="Google Shape;275;p37"/>
          <p:cNvPicPr preferRelativeResize="0"/>
          <p:nvPr/>
        </p:nvPicPr>
        <p:blipFill>
          <a:blip r:embed="rId3">
            <a:alphaModFix/>
          </a:blip>
          <a:stretch>
            <a:fillRect/>
          </a:stretch>
        </p:blipFill>
        <p:spPr>
          <a:xfrm>
            <a:off x="673604" y="1517801"/>
            <a:ext cx="2320726" cy="4612996"/>
          </a:xfrm>
          <a:prstGeom prst="rect">
            <a:avLst/>
          </a:prstGeom>
          <a:noFill/>
          <a:ln>
            <a:noFill/>
          </a:ln>
        </p:spPr>
      </p:pic>
      <p:pic>
        <p:nvPicPr>
          <p:cNvPr id="276" name="Google Shape;276;p37"/>
          <p:cNvPicPr preferRelativeResize="0"/>
          <p:nvPr/>
        </p:nvPicPr>
        <p:blipFill>
          <a:blip r:embed="rId4">
            <a:alphaModFix/>
          </a:blip>
          <a:stretch>
            <a:fillRect/>
          </a:stretch>
        </p:blipFill>
        <p:spPr>
          <a:xfrm>
            <a:off x="5071053" y="3155303"/>
            <a:ext cx="2632625" cy="26326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8"/>
          <p:cNvSpPr txBox="1"/>
          <p:nvPr>
            <p:ph type="title"/>
          </p:nvPr>
        </p:nvSpPr>
        <p:spPr>
          <a:xfrm>
            <a:off x="457200" y="2778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Limiar: absoluto ou diferencial?</a:t>
            </a:r>
            <a:endParaRPr/>
          </a:p>
        </p:txBody>
      </p:sp>
      <p:sp>
        <p:nvSpPr>
          <p:cNvPr id="283" name="Google Shape;283;p38"/>
          <p:cNvSpPr txBox="1"/>
          <p:nvPr>
            <p:ph idx="1" type="body"/>
          </p:nvPr>
        </p:nvSpPr>
        <p:spPr>
          <a:xfrm>
            <a:off x="457200" y="1371600"/>
            <a:ext cx="8229600" cy="4759200"/>
          </a:xfrm>
          <a:prstGeom prst="rect">
            <a:avLst/>
          </a:prstGeom>
        </p:spPr>
        <p:txBody>
          <a:bodyPr anchorCtr="0" anchor="t" bIns="45700" lIns="91425" spcFirstLastPara="1" rIns="91425" wrap="square" tIns="45700">
            <a:noAutofit/>
          </a:bodyPr>
          <a:lstStyle/>
          <a:p>
            <a:pPr indent="0" lvl="0" marL="0" rtl="0" algn="l">
              <a:spcBef>
                <a:spcPts val="1120"/>
              </a:spcBef>
              <a:spcAft>
                <a:spcPts val="0"/>
              </a:spcAft>
              <a:buNone/>
            </a:pPr>
            <a:r>
              <a:t/>
            </a:r>
            <a:endParaRPr/>
          </a:p>
        </p:txBody>
      </p:sp>
      <p:pic>
        <p:nvPicPr>
          <p:cNvPr id="284" name="Google Shape;284;p38"/>
          <p:cNvPicPr preferRelativeResize="0"/>
          <p:nvPr/>
        </p:nvPicPr>
        <p:blipFill>
          <a:blip r:embed="rId3">
            <a:alphaModFix/>
          </a:blip>
          <a:stretch>
            <a:fillRect/>
          </a:stretch>
        </p:blipFill>
        <p:spPr>
          <a:xfrm>
            <a:off x="815875" y="2178900"/>
            <a:ext cx="3429000" cy="3429000"/>
          </a:xfrm>
          <a:prstGeom prst="rect">
            <a:avLst/>
          </a:prstGeom>
          <a:noFill/>
          <a:ln>
            <a:noFill/>
          </a:ln>
        </p:spPr>
      </p:pic>
      <p:pic>
        <p:nvPicPr>
          <p:cNvPr id="285" name="Google Shape;285;p38"/>
          <p:cNvPicPr preferRelativeResize="0"/>
          <p:nvPr/>
        </p:nvPicPr>
        <p:blipFill>
          <a:blip r:embed="rId4">
            <a:alphaModFix/>
          </a:blip>
          <a:stretch>
            <a:fillRect/>
          </a:stretch>
        </p:blipFill>
        <p:spPr>
          <a:xfrm>
            <a:off x="4660375" y="2407475"/>
            <a:ext cx="3644901" cy="36449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9"/>
          <p:cNvSpPr txBox="1"/>
          <p:nvPr>
            <p:ph type="title"/>
          </p:nvPr>
        </p:nvSpPr>
        <p:spPr>
          <a:xfrm>
            <a:off x="457200" y="2778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Limiar: absoluto ou diferencial?</a:t>
            </a:r>
            <a:endParaRPr/>
          </a:p>
        </p:txBody>
      </p:sp>
      <p:sp>
        <p:nvSpPr>
          <p:cNvPr id="292" name="Google Shape;292;p39"/>
          <p:cNvSpPr txBox="1"/>
          <p:nvPr>
            <p:ph idx="1" type="body"/>
          </p:nvPr>
        </p:nvSpPr>
        <p:spPr>
          <a:xfrm>
            <a:off x="457200" y="1371600"/>
            <a:ext cx="8229600" cy="4759200"/>
          </a:xfrm>
          <a:prstGeom prst="rect">
            <a:avLst/>
          </a:prstGeom>
        </p:spPr>
        <p:txBody>
          <a:bodyPr anchorCtr="0" anchor="t" bIns="45700" lIns="91425" spcFirstLastPara="1" rIns="91425" wrap="square" tIns="45700">
            <a:noAutofit/>
          </a:bodyPr>
          <a:lstStyle/>
          <a:p>
            <a:pPr indent="0" lvl="0" marL="0" rtl="0" algn="l">
              <a:spcBef>
                <a:spcPts val="1120"/>
              </a:spcBef>
              <a:spcAft>
                <a:spcPts val="0"/>
              </a:spcAft>
              <a:buNone/>
            </a:pPr>
            <a:r>
              <a:t/>
            </a:r>
            <a:endParaRPr/>
          </a:p>
        </p:txBody>
      </p:sp>
      <p:pic>
        <p:nvPicPr>
          <p:cNvPr id="293" name="Google Shape;293;p39"/>
          <p:cNvPicPr preferRelativeResize="0"/>
          <p:nvPr/>
        </p:nvPicPr>
        <p:blipFill>
          <a:blip r:embed="rId3">
            <a:alphaModFix/>
          </a:blip>
          <a:stretch>
            <a:fillRect/>
          </a:stretch>
        </p:blipFill>
        <p:spPr>
          <a:xfrm>
            <a:off x="794650" y="1673000"/>
            <a:ext cx="7029176" cy="39539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7" name="Shape 297"/>
        <p:cNvGrpSpPr/>
        <p:nvPr/>
      </p:nvGrpSpPr>
      <p:grpSpPr>
        <a:xfrm>
          <a:off x="0" y="0"/>
          <a:ext cx="0" cy="0"/>
          <a:chOff x="0" y="0"/>
          <a:chExt cx="0" cy="0"/>
        </a:xfrm>
      </p:grpSpPr>
      <p:sp>
        <p:nvSpPr>
          <p:cNvPr id="298" name="Google Shape;298;p40"/>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1" sz="3200">
              <a:solidFill>
                <a:srgbClr val="CC0066"/>
              </a:solidFill>
              <a:latin typeface="Arial"/>
              <a:ea typeface="Arial"/>
              <a:cs typeface="Arial"/>
              <a:sym typeface="Arial"/>
            </a:endParaRPr>
          </a:p>
        </p:txBody>
      </p:sp>
      <p:sp>
        <p:nvSpPr>
          <p:cNvPr id="299" name="Google Shape;299;p40"/>
          <p:cNvSpPr txBox="1"/>
          <p:nvPr>
            <p:ph idx="1" type="body"/>
          </p:nvPr>
        </p:nvSpPr>
        <p:spPr>
          <a:xfrm>
            <a:off x="457200" y="1371600"/>
            <a:ext cx="4038600" cy="4759325"/>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sp>
        <p:nvSpPr>
          <p:cNvPr id="300" name="Google Shape;300;p40"/>
          <p:cNvSpPr txBox="1"/>
          <p:nvPr>
            <p:ph idx="2" type="body"/>
          </p:nvPr>
        </p:nvSpPr>
        <p:spPr>
          <a:xfrm>
            <a:off x="4648200" y="1371600"/>
            <a:ext cx="4038600" cy="4759325"/>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pic>
        <p:nvPicPr>
          <p:cNvPr descr="https://murilomoreno.files.wordpress.com/2009/03/realsantander.png" id="301" name="Google Shape;301;p40"/>
          <p:cNvPicPr preferRelativeResize="0"/>
          <p:nvPr/>
        </p:nvPicPr>
        <p:blipFill rotWithShape="1">
          <a:blip r:embed="rId3">
            <a:alphaModFix/>
          </a:blip>
          <a:srcRect b="0" l="0" r="0" t="0"/>
          <a:stretch/>
        </p:blipFill>
        <p:spPr>
          <a:xfrm>
            <a:off x="457200" y="1474787"/>
            <a:ext cx="4371975" cy="1143000"/>
          </a:xfrm>
          <a:prstGeom prst="rect">
            <a:avLst/>
          </a:prstGeom>
          <a:noFill/>
          <a:ln>
            <a:noFill/>
          </a:ln>
        </p:spPr>
      </p:pic>
      <p:pic>
        <p:nvPicPr>
          <p:cNvPr descr="https://blogdoadvogadomarcelogomesfreire.files.wordpress.com/2011/04/banco-real-santander.png" id="302" name="Google Shape;302;p40"/>
          <p:cNvPicPr preferRelativeResize="0"/>
          <p:nvPr/>
        </p:nvPicPr>
        <p:blipFill rotWithShape="1">
          <a:blip r:embed="rId4">
            <a:alphaModFix/>
          </a:blip>
          <a:srcRect b="0" l="0" r="0" t="0"/>
          <a:stretch/>
        </p:blipFill>
        <p:spPr>
          <a:xfrm>
            <a:off x="425450" y="3048000"/>
            <a:ext cx="2905125" cy="1905000"/>
          </a:xfrm>
          <a:prstGeom prst="rect">
            <a:avLst/>
          </a:prstGeom>
          <a:noFill/>
          <a:ln>
            <a:noFill/>
          </a:ln>
        </p:spPr>
      </p:pic>
      <p:pic>
        <p:nvPicPr>
          <p:cNvPr descr="http://sementescaicara.com/Imagens/pag_real_santander.jpg" id="303" name="Google Shape;303;p40"/>
          <p:cNvPicPr preferRelativeResize="0"/>
          <p:nvPr/>
        </p:nvPicPr>
        <p:blipFill rotWithShape="1">
          <a:blip r:embed="rId5">
            <a:alphaModFix/>
          </a:blip>
          <a:srcRect b="0" l="0" r="0" t="0"/>
          <a:stretch/>
        </p:blipFill>
        <p:spPr>
          <a:xfrm>
            <a:off x="500062" y="5178425"/>
            <a:ext cx="4732337" cy="841375"/>
          </a:xfrm>
          <a:prstGeom prst="rect">
            <a:avLst/>
          </a:prstGeom>
          <a:noFill/>
          <a:ln>
            <a:noFill/>
          </a:ln>
        </p:spPr>
      </p:pic>
      <p:pic>
        <p:nvPicPr>
          <p:cNvPr descr="http://sustentabilidade.santander.com.br/Style%20Library/Sustentabilidade/images/logo-santander.png" id="304" name="Google Shape;304;p40"/>
          <p:cNvPicPr preferRelativeResize="0"/>
          <p:nvPr/>
        </p:nvPicPr>
        <p:blipFill rotWithShape="1">
          <a:blip r:embed="rId6">
            <a:alphaModFix/>
          </a:blip>
          <a:srcRect b="0" l="0" r="0" t="0"/>
          <a:stretch/>
        </p:blipFill>
        <p:spPr>
          <a:xfrm>
            <a:off x="5649912" y="2225675"/>
            <a:ext cx="3052762" cy="3051175"/>
          </a:xfrm>
          <a:prstGeom prst="rect">
            <a:avLst/>
          </a:prstGeom>
          <a:noFill/>
          <a:ln>
            <a:noFill/>
          </a:ln>
        </p:spPr>
      </p:pic>
    </p:spTree>
  </p:cSld>
  <p:clrMapOvr>
    <a:masterClrMapping/>
  </p:clrMapOvr>
  <p:transition spd="slow">
    <p:fade/>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8" name="Shape 308"/>
        <p:cNvGrpSpPr/>
        <p:nvPr/>
      </p:nvGrpSpPr>
      <p:grpSpPr>
        <a:xfrm>
          <a:off x="0" y="0"/>
          <a:ext cx="0" cy="0"/>
          <a:chOff x="0" y="0"/>
          <a:chExt cx="0" cy="0"/>
        </a:xfrm>
      </p:grpSpPr>
      <p:sp>
        <p:nvSpPr>
          <p:cNvPr id="309" name="Google Shape;309;p41"/>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1" sz="3200">
              <a:solidFill>
                <a:srgbClr val="CC0066"/>
              </a:solidFill>
              <a:latin typeface="Arial"/>
              <a:ea typeface="Arial"/>
              <a:cs typeface="Arial"/>
              <a:sym typeface="Arial"/>
            </a:endParaRPr>
          </a:p>
        </p:txBody>
      </p:sp>
      <p:sp>
        <p:nvSpPr>
          <p:cNvPr id="310" name="Google Shape;310;p41"/>
          <p:cNvSpPr txBox="1"/>
          <p:nvPr>
            <p:ph idx="1" type="body"/>
          </p:nvPr>
        </p:nvSpPr>
        <p:spPr>
          <a:xfrm>
            <a:off x="457200" y="1371600"/>
            <a:ext cx="4038600" cy="4759325"/>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sp>
        <p:nvSpPr>
          <p:cNvPr id="311" name="Google Shape;311;p41"/>
          <p:cNvSpPr txBox="1"/>
          <p:nvPr>
            <p:ph idx="2" type="body"/>
          </p:nvPr>
        </p:nvSpPr>
        <p:spPr>
          <a:xfrm>
            <a:off x="4648200" y="1371600"/>
            <a:ext cx="4038600" cy="4759325"/>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pic>
        <p:nvPicPr>
          <p:cNvPr descr="http://mlb-s2-p.mlstatic.com/bolsa-classic-255-maxi-chanel-com-sedex-gratis-imperdivel-15166-MLB20096572300_052014-O.jpg" id="312" name="Google Shape;312;p41"/>
          <p:cNvPicPr preferRelativeResize="0"/>
          <p:nvPr/>
        </p:nvPicPr>
        <p:blipFill rotWithShape="1">
          <a:blip r:embed="rId3">
            <a:alphaModFix/>
          </a:blip>
          <a:srcRect b="0" l="0" r="0" t="0"/>
          <a:stretch/>
        </p:blipFill>
        <p:spPr>
          <a:xfrm>
            <a:off x="487362" y="307975"/>
            <a:ext cx="8199437" cy="6149975"/>
          </a:xfrm>
          <a:prstGeom prst="rect">
            <a:avLst/>
          </a:prstGeom>
          <a:noFill/>
          <a:ln>
            <a:noFill/>
          </a:ln>
        </p:spPr>
      </p:pic>
    </p:spTree>
  </p:cSld>
  <p:clrMapOvr>
    <a:masterClrMapping/>
  </p:clrMapOvr>
  <p:transition spd="slow">
    <p:fade/>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6" name="Shape 316"/>
        <p:cNvGrpSpPr/>
        <p:nvPr/>
      </p:nvGrpSpPr>
      <p:grpSpPr>
        <a:xfrm>
          <a:off x="0" y="0"/>
          <a:ext cx="0" cy="0"/>
          <a:chOff x="0" y="0"/>
          <a:chExt cx="0" cy="0"/>
        </a:xfrm>
      </p:grpSpPr>
      <p:sp>
        <p:nvSpPr>
          <p:cNvPr id="317" name="Google Shape;317;p42"/>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Mensagem subliminar</a:t>
            </a:r>
            <a:endParaRPr/>
          </a:p>
        </p:txBody>
      </p:sp>
      <p:sp>
        <p:nvSpPr>
          <p:cNvPr id="318" name="Google Shape;318;p42"/>
          <p:cNvSpPr txBox="1"/>
          <p:nvPr>
            <p:ph idx="1" type="body"/>
          </p:nvPr>
        </p:nvSpPr>
        <p:spPr>
          <a:xfrm>
            <a:off x="457200" y="1371600"/>
            <a:ext cx="4038600" cy="4759325"/>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sp>
        <p:nvSpPr>
          <p:cNvPr id="319" name="Google Shape;319;p42"/>
          <p:cNvSpPr txBox="1"/>
          <p:nvPr>
            <p:ph idx="2" type="body"/>
          </p:nvPr>
        </p:nvSpPr>
        <p:spPr>
          <a:xfrm>
            <a:off x="4648200" y="1371600"/>
            <a:ext cx="4038600" cy="4759325"/>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pic>
        <p:nvPicPr>
          <p:cNvPr descr="https://encrypted-tbn2.gstatic.com/images?q=tbn:ANd9GcRhLYNtqEClrtG62SMfaUWsoR64XmSZ78Z1OzZUt3JPiHLort2Wtw" id="320" name="Google Shape;320;p42"/>
          <p:cNvPicPr preferRelativeResize="0"/>
          <p:nvPr/>
        </p:nvPicPr>
        <p:blipFill rotWithShape="1">
          <a:blip r:embed="rId3">
            <a:alphaModFix/>
          </a:blip>
          <a:srcRect b="0" l="0" r="0" t="0"/>
          <a:stretch/>
        </p:blipFill>
        <p:spPr>
          <a:xfrm>
            <a:off x="2362200" y="1511300"/>
            <a:ext cx="5248275" cy="5041900"/>
          </a:xfrm>
          <a:prstGeom prst="rect">
            <a:avLst/>
          </a:prstGeom>
          <a:noFill/>
          <a:ln>
            <a:noFill/>
          </a:ln>
        </p:spPr>
      </p:pic>
    </p:spTree>
  </p:cSld>
  <p:clrMapOvr>
    <a:masterClrMapping/>
  </p:clrMapOvr>
  <p:transition spd="slow">
    <p:fade/>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5" name="Shape 325"/>
        <p:cNvGrpSpPr/>
        <p:nvPr/>
      </p:nvGrpSpPr>
      <p:grpSpPr>
        <a:xfrm>
          <a:off x="0" y="0"/>
          <a:ext cx="0" cy="0"/>
          <a:chOff x="0" y="0"/>
          <a:chExt cx="0" cy="0"/>
        </a:xfrm>
      </p:grpSpPr>
      <p:sp>
        <p:nvSpPr>
          <p:cNvPr id="326" name="Google Shape;326;p43"/>
          <p:cNvSpPr txBox="1"/>
          <p:nvPr>
            <p:ph type="title"/>
          </p:nvPr>
        </p:nvSpPr>
        <p:spPr>
          <a:xfrm>
            <a:off x="457200" y="277812"/>
            <a:ext cx="8229600" cy="8652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n-US"/>
              <a:t>Mensagem Subliminar</a:t>
            </a:r>
            <a:endParaRPr/>
          </a:p>
        </p:txBody>
      </p:sp>
      <p:pic>
        <p:nvPicPr>
          <p:cNvPr descr="This woman is convinced that Monster Energy Drink is the devil. &#10;In a video that has gone viral, a woman is seen listing a handful of conspiracy theories about Monster Energy Drink linking the brand to satan.&#10;&#10;Watch the complete video here: https://www.youtube.com/watch?v=bntfUA6TmLs&#10;&#10;What are your thoughts on this story? Comment below or tweet to Dave at https://twitter.com/RubinReport&#10;&#10;Subscribe to The Rubin Report: http://www.youtube.com/subscription_center?add_user=RubinReport&#10;&#10;&#10;Follow Dave on Twitter: https://twitter.com/RubinReport&#10;Like Dave on Facebook: https://www.facebook.com/daverubin&#10;More Dave Rubin: http://daverubin.tv/&#10;&#10;&#10;Host: &#10;Dave Rubin&#10;@RubinReport &#10;https://twitter.com/RubinReport&#10;&#10;Guests:&#10;Molly Swenson&#10;@mollydewolf&#10;&#10;Felicia Michaels&#10;@FeliciaMichaels&#10;&#10;The Rubin Report is a comedy and current events panel show hosted by Dave Rubin. Comedians, celebrities and media personalities join Dave each week to discuss hot topics in the worlds of news, politics, pop culture and more." id="327" name="Google Shape;327;p43" title="Monster Energy Drink Is The Devil!!">
            <a:hlinkClick r:id="rId3"/>
          </p:cNvPr>
          <p:cNvPicPr preferRelativeResize="0"/>
          <p:nvPr/>
        </p:nvPicPr>
        <p:blipFill>
          <a:blip r:embed="rId4">
            <a:alphaModFix/>
          </a:blip>
          <a:stretch>
            <a:fillRect/>
          </a:stretch>
        </p:blipFill>
        <p:spPr>
          <a:xfrm>
            <a:off x="2531725" y="2275112"/>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1000"/>
                                        <p:tgtEl>
                                          <p:spTgt spid="3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1" name="Shape 331"/>
        <p:cNvGrpSpPr/>
        <p:nvPr/>
      </p:nvGrpSpPr>
      <p:grpSpPr>
        <a:xfrm>
          <a:off x="0" y="0"/>
          <a:ext cx="0" cy="0"/>
          <a:chOff x="0" y="0"/>
          <a:chExt cx="0" cy="0"/>
        </a:xfrm>
      </p:grpSpPr>
      <p:sp>
        <p:nvSpPr>
          <p:cNvPr id="332" name="Google Shape;332;p44"/>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Ernst Heinrich Weber law</a:t>
            </a:r>
            <a:endParaRPr/>
          </a:p>
        </p:txBody>
      </p:sp>
      <p:sp>
        <p:nvSpPr>
          <p:cNvPr id="333" name="Google Shape;333;p44"/>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2880"/>
              <a:buFont typeface="Arial"/>
              <a:buChar char="•"/>
            </a:pPr>
            <a:r>
              <a:rPr b="0" i="0" lang="en-US" sz="2400" u="none">
                <a:solidFill>
                  <a:srgbClr val="000066"/>
                </a:solidFill>
                <a:latin typeface="Arial"/>
                <a:ea typeface="Arial"/>
                <a:cs typeface="Arial"/>
                <a:sym typeface="Arial"/>
              </a:rPr>
              <a:t>A quantidade de mudança necessária para ser notada está relacionada com a intensidade do estímulo original.</a:t>
            </a:r>
            <a:endParaRPr/>
          </a:p>
          <a:p>
            <a:pPr indent="-342900" lvl="0" marL="342900" rtl="0" algn="l">
              <a:lnSpc>
                <a:spcPct val="100000"/>
              </a:lnSpc>
              <a:spcBef>
                <a:spcPts val="960"/>
              </a:spcBef>
              <a:spcAft>
                <a:spcPts val="0"/>
              </a:spcAft>
              <a:buClr>
                <a:schemeClr val="folHlink"/>
              </a:buClr>
              <a:buSzPts val="2880"/>
              <a:buFont typeface="Arial"/>
              <a:buChar char="•"/>
            </a:pPr>
            <a:r>
              <a:rPr b="0" i="0" lang="en-US" sz="2400" u="none">
                <a:solidFill>
                  <a:srgbClr val="000066"/>
                </a:solidFill>
                <a:latin typeface="Arial"/>
                <a:ea typeface="Arial"/>
                <a:cs typeface="Arial"/>
                <a:sym typeface="Arial"/>
              </a:rPr>
              <a:t>Quanto mais intenso o estímulo inicial, maior deverá ser a mudança para que seja notada.</a:t>
            </a:r>
            <a:endParaRPr/>
          </a:p>
          <a:p>
            <a:pPr indent="-160020" lvl="0" marL="342900" rtl="0" algn="l">
              <a:lnSpc>
                <a:spcPct val="100000"/>
              </a:lnSpc>
              <a:spcBef>
                <a:spcPts val="960"/>
              </a:spcBef>
              <a:spcAft>
                <a:spcPts val="0"/>
              </a:spcAft>
              <a:buClr>
                <a:schemeClr val="folHlink"/>
              </a:buClr>
              <a:buSzPts val="2880"/>
              <a:buFont typeface="Arial"/>
              <a:buNone/>
            </a:pPr>
            <a:r>
              <a:t/>
            </a:r>
            <a:endParaRPr b="0" i="0" sz="2400" u="none">
              <a:solidFill>
                <a:srgbClr val="000066"/>
              </a:solidFill>
              <a:latin typeface="Arial"/>
              <a:ea typeface="Arial"/>
              <a:cs typeface="Arial"/>
              <a:sym typeface="Arial"/>
            </a:endParaRPr>
          </a:p>
          <a:p>
            <a:pPr indent="-342900" lvl="0" marL="342900" rtl="0" algn="l">
              <a:lnSpc>
                <a:spcPct val="100000"/>
              </a:lnSpc>
              <a:spcBef>
                <a:spcPts val="960"/>
              </a:spcBef>
              <a:spcAft>
                <a:spcPts val="0"/>
              </a:spcAft>
              <a:buSzPts val="2880"/>
              <a:buFont typeface="Arial"/>
              <a:buNone/>
            </a:pPr>
            <a:r>
              <a:t/>
            </a:r>
            <a:endParaRPr b="0" i="0" sz="2400" u="none">
              <a:solidFill>
                <a:srgbClr val="000066"/>
              </a:solidFill>
              <a:latin typeface="Arial"/>
              <a:ea typeface="Arial"/>
              <a:cs typeface="Arial"/>
              <a:sym typeface="Arial"/>
            </a:endParaRPr>
          </a:p>
          <a:p>
            <a:pPr indent="-160020" lvl="0" marL="342900" rtl="0" algn="l">
              <a:spcBef>
                <a:spcPts val="960"/>
              </a:spcBef>
              <a:spcAft>
                <a:spcPts val="0"/>
              </a:spcAft>
              <a:buSzPts val="2880"/>
              <a:buFont typeface="Arial"/>
              <a:buNone/>
            </a:pPr>
            <a:r>
              <a:t/>
            </a:r>
            <a:endParaRPr b="0" i="0" sz="2400" u="none">
              <a:solidFill>
                <a:srgbClr val="000066"/>
              </a:solidFill>
              <a:latin typeface="Arial"/>
              <a:ea typeface="Arial"/>
              <a:cs typeface="Arial"/>
              <a:sym typeface="Arial"/>
            </a:endParaRPr>
          </a:p>
        </p:txBody>
      </p:sp>
      <p:sp>
        <p:nvSpPr>
          <p:cNvPr id="334" name="Google Shape;334;p44"/>
          <p:cNvSpPr txBox="1"/>
          <p:nvPr/>
        </p:nvSpPr>
        <p:spPr>
          <a:xfrm>
            <a:off x="0" y="3233737"/>
            <a:ext cx="9144000" cy="0"/>
          </a:xfrm>
          <a:prstGeom prst="rect">
            <a:avLst/>
          </a:prstGeom>
          <a:noFill/>
          <a:ln>
            <a:noFill/>
          </a:ln>
        </p:spPr>
        <p:txBody>
          <a:bodyPr anchorCtr="0" anchor="ctr" bIns="228600" lIns="91425" spcFirstLastPara="1" rIns="91425" wrap="square" tIns="2286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pic>
        <p:nvPicPr>
          <p:cNvPr id="335" name="Google Shape;335;p44"/>
          <p:cNvPicPr preferRelativeResize="0"/>
          <p:nvPr/>
        </p:nvPicPr>
        <p:blipFill rotWithShape="1">
          <a:blip r:embed="rId3">
            <a:alphaModFix/>
          </a:blip>
          <a:srcRect b="0" l="0" r="0" t="0"/>
          <a:stretch/>
        </p:blipFill>
        <p:spPr>
          <a:xfrm>
            <a:off x="932125" y="3979862"/>
            <a:ext cx="2590799" cy="2260600"/>
          </a:xfrm>
          <a:prstGeom prst="rect">
            <a:avLst/>
          </a:prstGeom>
          <a:noFill/>
          <a:ln>
            <a:noFill/>
          </a:ln>
        </p:spPr>
      </p:pic>
      <p:sp>
        <p:nvSpPr>
          <p:cNvPr id="336" name="Google Shape;336;p44"/>
          <p:cNvSpPr txBox="1"/>
          <p:nvPr/>
        </p:nvSpPr>
        <p:spPr>
          <a:xfrm>
            <a:off x="5167650" y="3863650"/>
            <a:ext cx="3139200" cy="16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000">
                <a:solidFill>
                  <a:srgbClr val="FF0000"/>
                </a:solidFill>
                <a:latin typeface="Montserrat"/>
                <a:ea typeface="Montserrat"/>
                <a:cs typeface="Montserrat"/>
                <a:sym typeface="Montserrat"/>
              </a:rPr>
              <a:t>HABITUAÇÃO</a:t>
            </a:r>
            <a:endParaRPr sz="3000">
              <a:solidFill>
                <a:srgbClr val="FF0000"/>
              </a:solidFill>
              <a:latin typeface="Montserrat"/>
              <a:ea typeface="Montserrat"/>
              <a:cs typeface="Montserrat"/>
              <a:sym typeface="Montserrat"/>
            </a:endParaRPr>
          </a:p>
        </p:txBody>
      </p:sp>
    </p:spTree>
  </p:cSld>
  <p:clrMapOvr>
    <a:masterClrMapping/>
  </p:clrMapOvr>
  <p:transition spd="slow">
    <p:fade/>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5"/>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Atenção</a:t>
            </a:r>
            <a:endParaRPr/>
          </a:p>
        </p:txBody>
      </p:sp>
      <p:sp>
        <p:nvSpPr>
          <p:cNvPr id="342" name="Google Shape;342;p45"/>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3360"/>
              <a:buFont typeface="Arial"/>
              <a:buChar char="•"/>
            </a:pPr>
            <a:r>
              <a:rPr b="1" i="0" lang="en-US" sz="2800" u="none">
                <a:solidFill>
                  <a:srgbClr val="000066"/>
                </a:solidFill>
                <a:latin typeface="Arial"/>
                <a:ea typeface="Arial"/>
                <a:cs typeface="Arial"/>
                <a:sym typeface="Arial"/>
              </a:rPr>
              <a:t>Grau em que a atividade de processamento é dedicada a um estímulo específico.</a:t>
            </a:r>
            <a:endParaRPr/>
          </a:p>
          <a:p>
            <a:pPr indent="-342900" lvl="0" marL="342900" rtl="0" algn="l">
              <a:lnSpc>
                <a:spcPct val="100000"/>
              </a:lnSpc>
              <a:spcBef>
                <a:spcPts val="1120"/>
              </a:spcBef>
              <a:spcAft>
                <a:spcPts val="0"/>
              </a:spcAft>
              <a:buClr>
                <a:schemeClr val="folHlink"/>
              </a:buClr>
              <a:buSzPts val="3360"/>
              <a:buFont typeface="Arial"/>
              <a:buChar char="•"/>
            </a:pPr>
            <a:r>
              <a:rPr b="1" i="0" lang="en-US" sz="2800" u="none">
                <a:solidFill>
                  <a:srgbClr val="000066"/>
                </a:solidFill>
                <a:latin typeface="Arial"/>
                <a:ea typeface="Arial"/>
                <a:cs typeface="Arial"/>
                <a:sym typeface="Arial"/>
              </a:rPr>
              <a:t>Sobrecarga sensorial</a:t>
            </a:r>
            <a:endParaRPr/>
          </a:p>
          <a:p>
            <a:pPr indent="-342900" lvl="0" marL="342900" rtl="0" algn="l">
              <a:lnSpc>
                <a:spcPct val="100000"/>
              </a:lnSpc>
              <a:spcBef>
                <a:spcPts val="1120"/>
              </a:spcBef>
              <a:spcAft>
                <a:spcPts val="0"/>
              </a:spcAft>
              <a:buClr>
                <a:schemeClr val="folHlink"/>
              </a:buClr>
              <a:buSzPts val="3360"/>
              <a:buFont typeface="Arial"/>
              <a:buChar char="•"/>
            </a:pPr>
            <a:r>
              <a:rPr b="1" i="0" lang="en-US" sz="2800" u="none">
                <a:solidFill>
                  <a:srgbClr val="000066"/>
                </a:solidFill>
                <a:latin typeface="Arial"/>
                <a:ea typeface="Arial"/>
                <a:cs typeface="Arial"/>
                <a:sym typeface="Arial"/>
              </a:rPr>
              <a:t>Habilidade multitarefa</a:t>
            </a:r>
            <a:endParaRPr/>
          </a:p>
          <a:p>
            <a:pPr indent="-342900" lvl="0" marL="342900" rtl="0" algn="l">
              <a:lnSpc>
                <a:spcPct val="100000"/>
              </a:lnSpc>
              <a:spcBef>
                <a:spcPts val="1120"/>
              </a:spcBef>
              <a:spcAft>
                <a:spcPts val="0"/>
              </a:spcAft>
              <a:buClr>
                <a:schemeClr val="folHlink"/>
              </a:buClr>
              <a:buSzPts val="3360"/>
              <a:buFont typeface="Arial"/>
              <a:buChar char="•"/>
            </a:pPr>
            <a:r>
              <a:rPr b="1" i="0" lang="en-US" sz="2800" u="none">
                <a:solidFill>
                  <a:srgbClr val="000066"/>
                </a:solidFill>
                <a:latin typeface="Arial"/>
                <a:ea typeface="Arial"/>
                <a:cs typeface="Arial"/>
                <a:sym typeface="Arial"/>
              </a:rPr>
              <a:t>Seleção perceptiva (filtros perceptivos)</a:t>
            </a:r>
            <a:endParaRPr/>
          </a:p>
        </p:txBody>
      </p:sp>
      <p:pic>
        <p:nvPicPr>
          <p:cNvPr id="343" name="Google Shape;343;p45"/>
          <p:cNvPicPr preferRelativeResize="0"/>
          <p:nvPr/>
        </p:nvPicPr>
        <p:blipFill rotWithShape="1">
          <a:blip r:embed="rId3">
            <a:alphaModFix/>
          </a:blip>
          <a:srcRect b="0" l="0" r="0" t="0"/>
          <a:stretch/>
        </p:blipFill>
        <p:spPr>
          <a:xfrm>
            <a:off x="4572000" y="4557712"/>
            <a:ext cx="3390900" cy="2224087"/>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7" name="Shape 347"/>
        <p:cNvGrpSpPr/>
        <p:nvPr/>
      </p:nvGrpSpPr>
      <p:grpSpPr>
        <a:xfrm>
          <a:off x="0" y="0"/>
          <a:ext cx="0" cy="0"/>
          <a:chOff x="0" y="0"/>
          <a:chExt cx="0" cy="0"/>
        </a:xfrm>
      </p:grpSpPr>
      <p:sp>
        <p:nvSpPr>
          <p:cNvPr id="348" name="Google Shape;348;p46"/>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1" sz="3200">
              <a:solidFill>
                <a:srgbClr val="CC0066"/>
              </a:solidFill>
              <a:latin typeface="Arial"/>
              <a:ea typeface="Arial"/>
              <a:cs typeface="Arial"/>
              <a:sym typeface="Arial"/>
            </a:endParaRPr>
          </a:p>
        </p:txBody>
      </p:sp>
      <p:sp>
        <p:nvSpPr>
          <p:cNvPr id="349" name="Google Shape;349;p46"/>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129540" lvl="0" marL="342900" rtl="0" algn="l">
              <a:spcBef>
                <a:spcPts val="0"/>
              </a:spcBef>
              <a:spcAft>
                <a:spcPts val="0"/>
              </a:spcAft>
              <a:buSzPts val="3360"/>
              <a:buFont typeface="Arial"/>
              <a:buNone/>
            </a:pPr>
            <a:r>
              <a:t/>
            </a:r>
            <a:endParaRPr sz="2800"/>
          </a:p>
        </p:txBody>
      </p:sp>
      <p:pic>
        <p:nvPicPr>
          <p:cNvPr descr="http://18digital.com.br/blog/wp-content/uploads/baby-eye-tracking.jpg" id="350" name="Google Shape;350;p46"/>
          <p:cNvPicPr preferRelativeResize="0"/>
          <p:nvPr/>
        </p:nvPicPr>
        <p:blipFill rotWithShape="1">
          <a:blip r:embed="rId3">
            <a:alphaModFix/>
          </a:blip>
          <a:srcRect b="0" l="0" r="0" t="0"/>
          <a:stretch/>
        </p:blipFill>
        <p:spPr>
          <a:xfrm>
            <a:off x="492125" y="277812"/>
            <a:ext cx="8618537" cy="6122987"/>
          </a:xfrm>
          <a:prstGeom prst="rect">
            <a:avLst/>
          </a:prstGeom>
          <a:noFill/>
          <a:ln>
            <a:noFill/>
          </a:ln>
        </p:spPr>
      </p:pic>
    </p:spTree>
  </p:cSld>
  <p:clrMapOvr>
    <a:masterClrMapping/>
  </p:clrMapOvr>
  <p:transition spd="slow">
    <p:fade/>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4" name="Shape 354"/>
        <p:cNvGrpSpPr/>
        <p:nvPr/>
      </p:nvGrpSpPr>
      <p:grpSpPr>
        <a:xfrm>
          <a:off x="0" y="0"/>
          <a:ext cx="0" cy="0"/>
          <a:chOff x="0" y="0"/>
          <a:chExt cx="0" cy="0"/>
        </a:xfrm>
      </p:grpSpPr>
      <p:sp>
        <p:nvSpPr>
          <p:cNvPr id="355" name="Google Shape;355;p47"/>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b="1" sz="3200">
              <a:solidFill>
                <a:srgbClr val="CC0066"/>
              </a:solidFill>
              <a:latin typeface="Arial"/>
              <a:ea typeface="Arial"/>
              <a:cs typeface="Arial"/>
              <a:sym typeface="Arial"/>
            </a:endParaRPr>
          </a:p>
        </p:txBody>
      </p:sp>
      <p:sp>
        <p:nvSpPr>
          <p:cNvPr id="356" name="Google Shape;356;p47"/>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pic>
        <p:nvPicPr>
          <p:cNvPr descr="http://18digital.com.br/blog/wp-content/uploads/baby-product-eye-tracking.jpg" id="357" name="Google Shape;357;p47"/>
          <p:cNvPicPr preferRelativeResize="0"/>
          <p:nvPr/>
        </p:nvPicPr>
        <p:blipFill rotWithShape="1">
          <a:blip r:embed="rId3">
            <a:alphaModFix/>
          </a:blip>
          <a:srcRect b="0" l="0" r="0" t="0"/>
          <a:stretch/>
        </p:blipFill>
        <p:spPr>
          <a:xfrm>
            <a:off x="609600" y="269875"/>
            <a:ext cx="8342312" cy="5978525"/>
          </a:xfrm>
          <a:prstGeom prst="rect">
            <a:avLst/>
          </a:prstGeom>
          <a:noFill/>
          <a:ln>
            <a:noFill/>
          </a:ln>
        </p:spPr>
      </p:pic>
    </p:spTree>
  </p:cSld>
  <p:clrMapOvr>
    <a:masterClrMapping/>
  </p:clrMapOvr>
  <p:transition spd="slow">
    <p:fade/>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8"/>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Fatores de seleção pessoal</a:t>
            </a:r>
            <a:endParaRPr/>
          </a:p>
        </p:txBody>
      </p:sp>
      <p:sp>
        <p:nvSpPr>
          <p:cNvPr id="363" name="Google Shape;363;p48"/>
          <p:cNvSpPr txBox="1"/>
          <p:nvPr/>
        </p:nvSpPr>
        <p:spPr>
          <a:xfrm>
            <a:off x="838200" y="1828800"/>
            <a:ext cx="3124200" cy="762000"/>
          </a:xfrm>
          <a:prstGeom prst="rect">
            <a:avLst/>
          </a:prstGeom>
          <a:solidFill>
            <a:srgbClr val="CC0066"/>
          </a:solidFill>
          <a:ln>
            <a:noFill/>
          </a:ln>
        </p:spPr>
        <p:txBody>
          <a:bodyPr anchorCtr="0" anchor="t" bIns="228600" lIns="91425" spcFirstLastPara="1" rIns="91425" wrap="square" tIns="2286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Vigilância perceptiva</a:t>
            </a:r>
            <a:endParaRPr/>
          </a:p>
        </p:txBody>
      </p:sp>
      <p:sp>
        <p:nvSpPr>
          <p:cNvPr id="364" name="Google Shape;364;p48"/>
          <p:cNvSpPr txBox="1"/>
          <p:nvPr/>
        </p:nvSpPr>
        <p:spPr>
          <a:xfrm>
            <a:off x="2971800" y="3276600"/>
            <a:ext cx="3124200" cy="762000"/>
          </a:xfrm>
          <a:prstGeom prst="rect">
            <a:avLst/>
          </a:prstGeom>
          <a:solidFill>
            <a:srgbClr val="009999"/>
          </a:solidFill>
          <a:ln>
            <a:noFill/>
          </a:ln>
        </p:spPr>
        <p:txBody>
          <a:bodyPr anchorCtr="0" anchor="t" bIns="228600" lIns="91425" spcFirstLastPara="1" rIns="91425" wrap="square" tIns="2286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Defesa perceptiva</a:t>
            </a:r>
            <a:endParaRPr/>
          </a:p>
        </p:txBody>
      </p:sp>
      <p:sp>
        <p:nvSpPr>
          <p:cNvPr id="365" name="Google Shape;365;p48"/>
          <p:cNvSpPr txBox="1"/>
          <p:nvPr/>
        </p:nvSpPr>
        <p:spPr>
          <a:xfrm>
            <a:off x="5562600" y="4724400"/>
            <a:ext cx="3124200" cy="762000"/>
          </a:xfrm>
          <a:prstGeom prst="rect">
            <a:avLst/>
          </a:prstGeom>
          <a:solidFill>
            <a:srgbClr val="996600"/>
          </a:solidFill>
          <a:ln>
            <a:noFill/>
          </a:ln>
        </p:spPr>
        <p:txBody>
          <a:bodyPr anchorCtr="0" anchor="t" bIns="228600" lIns="91425" spcFirstLastPara="1" rIns="91425" wrap="square" tIns="2286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Adaptação </a:t>
            </a:r>
            <a:endParaRPr/>
          </a:p>
        </p:txBody>
      </p:sp>
      <p:pic>
        <p:nvPicPr>
          <p:cNvPr id="366" name="Google Shape;366;p48"/>
          <p:cNvPicPr preferRelativeResize="0"/>
          <p:nvPr/>
        </p:nvPicPr>
        <p:blipFill rotWithShape="1">
          <a:blip r:embed="rId3">
            <a:alphaModFix/>
          </a:blip>
          <a:srcRect b="0" l="0" r="0" t="0"/>
          <a:stretch/>
        </p:blipFill>
        <p:spPr>
          <a:xfrm>
            <a:off x="6248400" y="1752600"/>
            <a:ext cx="1457325" cy="2286000"/>
          </a:xfrm>
          <a:prstGeom prst="rect">
            <a:avLst/>
          </a:prstGeom>
          <a:noFill/>
          <a:ln>
            <a:noFill/>
          </a:ln>
        </p:spPr>
      </p:pic>
      <p:pic>
        <p:nvPicPr>
          <p:cNvPr id="367" name="Google Shape;367;p48"/>
          <p:cNvPicPr preferRelativeResize="0"/>
          <p:nvPr/>
        </p:nvPicPr>
        <p:blipFill rotWithShape="1">
          <a:blip r:embed="rId4">
            <a:alphaModFix/>
          </a:blip>
          <a:srcRect b="0" l="0" r="0" t="0"/>
          <a:stretch/>
        </p:blipFill>
        <p:spPr>
          <a:xfrm>
            <a:off x="7658100" y="5749925"/>
            <a:ext cx="1485900" cy="11080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9"/>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Factors Leading to Adaptation</a:t>
            </a:r>
            <a:endParaRPr/>
          </a:p>
        </p:txBody>
      </p:sp>
      <p:sp>
        <p:nvSpPr>
          <p:cNvPr id="373" name="Google Shape;373;p49"/>
          <p:cNvSpPr txBox="1"/>
          <p:nvPr/>
        </p:nvSpPr>
        <p:spPr>
          <a:xfrm>
            <a:off x="990600" y="1905000"/>
            <a:ext cx="3124200" cy="762000"/>
          </a:xfrm>
          <a:prstGeom prst="rect">
            <a:avLst/>
          </a:prstGeom>
          <a:solidFill>
            <a:srgbClr val="CC0066"/>
          </a:solidFill>
          <a:ln>
            <a:noFill/>
          </a:ln>
        </p:spPr>
        <p:txBody>
          <a:bodyPr anchorCtr="0" anchor="t" bIns="228600" lIns="91425" spcFirstLastPara="1" rIns="91425" wrap="square" tIns="2286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Intensity</a:t>
            </a:r>
            <a:endParaRPr/>
          </a:p>
        </p:txBody>
      </p:sp>
      <p:sp>
        <p:nvSpPr>
          <p:cNvPr id="374" name="Google Shape;374;p49"/>
          <p:cNvSpPr txBox="1"/>
          <p:nvPr/>
        </p:nvSpPr>
        <p:spPr>
          <a:xfrm>
            <a:off x="4800600" y="1905000"/>
            <a:ext cx="3124200" cy="762000"/>
          </a:xfrm>
          <a:prstGeom prst="rect">
            <a:avLst/>
          </a:prstGeom>
          <a:solidFill>
            <a:srgbClr val="996600"/>
          </a:solidFill>
          <a:ln>
            <a:noFill/>
          </a:ln>
        </p:spPr>
        <p:txBody>
          <a:bodyPr anchorCtr="0" anchor="t" bIns="228600" lIns="91425" spcFirstLastPara="1" rIns="91425" wrap="square" tIns="2286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Duration</a:t>
            </a:r>
            <a:endParaRPr/>
          </a:p>
        </p:txBody>
      </p:sp>
      <p:sp>
        <p:nvSpPr>
          <p:cNvPr id="375" name="Google Shape;375;p49"/>
          <p:cNvSpPr txBox="1"/>
          <p:nvPr/>
        </p:nvSpPr>
        <p:spPr>
          <a:xfrm>
            <a:off x="990600" y="3048000"/>
            <a:ext cx="3124200" cy="762000"/>
          </a:xfrm>
          <a:prstGeom prst="rect">
            <a:avLst/>
          </a:prstGeom>
          <a:solidFill>
            <a:srgbClr val="009999"/>
          </a:solidFill>
          <a:ln>
            <a:noFill/>
          </a:ln>
        </p:spPr>
        <p:txBody>
          <a:bodyPr anchorCtr="0" anchor="t" bIns="228600" lIns="91425" spcFirstLastPara="1" rIns="91425" wrap="square" tIns="2286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Discrimination</a:t>
            </a:r>
            <a:endParaRPr/>
          </a:p>
        </p:txBody>
      </p:sp>
      <p:sp>
        <p:nvSpPr>
          <p:cNvPr id="376" name="Google Shape;376;p49"/>
          <p:cNvSpPr txBox="1"/>
          <p:nvPr/>
        </p:nvSpPr>
        <p:spPr>
          <a:xfrm>
            <a:off x="4800600" y="3048000"/>
            <a:ext cx="3124200" cy="762000"/>
          </a:xfrm>
          <a:prstGeom prst="rect">
            <a:avLst/>
          </a:prstGeom>
          <a:solidFill>
            <a:srgbClr val="000066"/>
          </a:solidFill>
          <a:ln>
            <a:noFill/>
          </a:ln>
        </p:spPr>
        <p:txBody>
          <a:bodyPr anchorCtr="0" anchor="t" bIns="228600" lIns="91425" spcFirstLastPara="1" rIns="91425" wrap="square" tIns="2286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Exposure</a:t>
            </a:r>
            <a:endParaRPr/>
          </a:p>
        </p:txBody>
      </p:sp>
      <p:sp>
        <p:nvSpPr>
          <p:cNvPr id="377" name="Google Shape;377;p49"/>
          <p:cNvSpPr txBox="1"/>
          <p:nvPr/>
        </p:nvSpPr>
        <p:spPr>
          <a:xfrm>
            <a:off x="2971800" y="4419600"/>
            <a:ext cx="3124200" cy="762000"/>
          </a:xfrm>
          <a:prstGeom prst="rect">
            <a:avLst/>
          </a:prstGeom>
          <a:solidFill>
            <a:srgbClr val="666633"/>
          </a:solidFill>
          <a:ln>
            <a:noFill/>
          </a:ln>
        </p:spPr>
        <p:txBody>
          <a:bodyPr anchorCtr="0" anchor="t" bIns="228600" lIns="91425" spcFirstLastPara="1" rIns="91425" wrap="square" tIns="2286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Relevance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500"/>
                                        <p:tgtEl>
                                          <p:spTgt spid="373"/>
                                        </p:tgtEl>
                                      </p:cBhvr>
                                    </p:animEffect>
                                  </p:childTnLst>
                                </p:cTn>
                              </p:par>
                              <p:par>
                                <p:cTn fill="hold" nodeType="with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500"/>
                                        <p:tgtEl>
                                          <p:spTgt spid="374"/>
                                        </p:tgtEl>
                                      </p:cBhvr>
                                    </p:animEffect>
                                  </p:childTnLst>
                                </p:cTn>
                              </p:par>
                              <p:par>
                                <p:cTn fill="hold" nodeType="with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500"/>
                                        <p:tgtEl>
                                          <p:spTgt spid="375"/>
                                        </p:tgtEl>
                                      </p:cBhvr>
                                    </p:animEffect>
                                  </p:childTnLst>
                                </p:cTn>
                              </p:par>
                              <p:par>
                                <p:cTn fill="hold" nodeType="with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par>
                                <p:cTn fill="hold" nodeType="with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500"/>
                                        <p:tgtEl>
                                          <p:spTgt spid="3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1" name="Shape 381"/>
        <p:cNvGrpSpPr/>
        <p:nvPr/>
      </p:nvGrpSpPr>
      <p:grpSpPr>
        <a:xfrm>
          <a:off x="0" y="0"/>
          <a:ext cx="0" cy="0"/>
          <a:chOff x="0" y="0"/>
          <a:chExt cx="0" cy="0"/>
        </a:xfrm>
      </p:grpSpPr>
      <p:sp>
        <p:nvSpPr>
          <p:cNvPr id="382" name="Google Shape;382;p50"/>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Stimulus Selection Factors</a:t>
            </a:r>
            <a:endParaRPr/>
          </a:p>
        </p:txBody>
      </p:sp>
      <p:sp>
        <p:nvSpPr>
          <p:cNvPr id="383" name="Google Shape;383;p50"/>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3360"/>
              <a:buFont typeface="Arial"/>
              <a:buChar char="•"/>
            </a:pPr>
            <a:r>
              <a:rPr b="1" i="0" lang="en-US" sz="2800" u="none">
                <a:solidFill>
                  <a:srgbClr val="000066"/>
                </a:solidFill>
                <a:latin typeface="Arial"/>
                <a:ea typeface="Arial"/>
                <a:cs typeface="Arial"/>
                <a:sym typeface="Arial"/>
              </a:rPr>
              <a:t>We are more likely to notice stimuli that differ from others around them</a:t>
            </a:r>
            <a:endParaRPr/>
          </a:p>
          <a:p>
            <a:pPr indent="-342900" lvl="0" marL="342900" rtl="0" algn="l">
              <a:lnSpc>
                <a:spcPct val="100000"/>
              </a:lnSpc>
              <a:spcBef>
                <a:spcPts val="1120"/>
              </a:spcBef>
              <a:spcAft>
                <a:spcPts val="0"/>
              </a:spcAft>
              <a:buClr>
                <a:schemeClr val="folHlink"/>
              </a:buClr>
              <a:buSzPts val="3360"/>
              <a:buFont typeface="Arial"/>
              <a:buChar char="•"/>
            </a:pPr>
            <a:r>
              <a:rPr b="1" i="0" lang="en-US" sz="2800" u="none">
                <a:solidFill>
                  <a:srgbClr val="000066"/>
                </a:solidFill>
                <a:latin typeface="Arial"/>
                <a:ea typeface="Arial"/>
                <a:cs typeface="Arial"/>
                <a:sym typeface="Arial"/>
              </a:rPr>
              <a:t>So, marketers can create “contrast” through:</a:t>
            </a:r>
            <a:endParaRPr/>
          </a:p>
          <a:p>
            <a:pPr indent="-129540" lvl="0" marL="342900" rtl="0" algn="l">
              <a:lnSpc>
                <a:spcPct val="100000"/>
              </a:lnSpc>
              <a:spcBef>
                <a:spcPts val="1120"/>
              </a:spcBef>
              <a:spcAft>
                <a:spcPts val="0"/>
              </a:spcAft>
              <a:buClr>
                <a:schemeClr val="folHlink"/>
              </a:buClr>
              <a:buSzPts val="3360"/>
              <a:buFont typeface="Arial"/>
              <a:buNone/>
            </a:pPr>
            <a:r>
              <a:t/>
            </a:r>
            <a:endParaRPr b="1" i="0" sz="2800" u="none">
              <a:solidFill>
                <a:srgbClr val="000066"/>
              </a:solidFill>
              <a:latin typeface="Arial"/>
              <a:ea typeface="Arial"/>
              <a:cs typeface="Arial"/>
              <a:sym typeface="Arial"/>
            </a:endParaRPr>
          </a:p>
          <a:p>
            <a:pPr indent="-129540" lvl="0" marL="342900" rtl="0" algn="l">
              <a:spcBef>
                <a:spcPts val="1120"/>
              </a:spcBef>
              <a:spcAft>
                <a:spcPts val="0"/>
              </a:spcAft>
              <a:buSzPts val="3360"/>
              <a:buFont typeface="Arial"/>
              <a:buNone/>
            </a:pPr>
            <a:r>
              <a:t/>
            </a:r>
            <a:endParaRPr b="1" i="0" sz="2800" u="none">
              <a:solidFill>
                <a:srgbClr val="000066"/>
              </a:solidFill>
              <a:latin typeface="Arial"/>
              <a:ea typeface="Arial"/>
              <a:cs typeface="Arial"/>
              <a:sym typeface="Arial"/>
            </a:endParaRPr>
          </a:p>
        </p:txBody>
      </p:sp>
      <p:sp>
        <p:nvSpPr>
          <p:cNvPr id="384" name="Google Shape;384;p50"/>
          <p:cNvSpPr txBox="1"/>
          <p:nvPr/>
        </p:nvSpPr>
        <p:spPr>
          <a:xfrm>
            <a:off x="1143000" y="3352800"/>
            <a:ext cx="1600200" cy="762000"/>
          </a:xfrm>
          <a:prstGeom prst="rect">
            <a:avLst/>
          </a:prstGeom>
          <a:solidFill>
            <a:srgbClr val="996600"/>
          </a:solidFill>
          <a:ln>
            <a:noFill/>
          </a:ln>
        </p:spPr>
        <p:txBody>
          <a:bodyPr anchorCtr="0" anchor="t" bIns="228600" lIns="91425" spcFirstLastPara="1" rIns="91425" wrap="square" tIns="2286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Size</a:t>
            </a:r>
            <a:endParaRPr/>
          </a:p>
        </p:txBody>
      </p:sp>
      <p:sp>
        <p:nvSpPr>
          <p:cNvPr id="385" name="Google Shape;385;p50"/>
          <p:cNvSpPr txBox="1"/>
          <p:nvPr/>
        </p:nvSpPr>
        <p:spPr>
          <a:xfrm>
            <a:off x="2895600" y="3352800"/>
            <a:ext cx="1600200" cy="762000"/>
          </a:xfrm>
          <a:prstGeom prst="rect">
            <a:avLst/>
          </a:prstGeom>
          <a:solidFill>
            <a:srgbClr val="CC0066"/>
          </a:solidFill>
          <a:ln>
            <a:noFill/>
          </a:ln>
        </p:spPr>
        <p:txBody>
          <a:bodyPr anchorCtr="0" anchor="t" bIns="228600" lIns="91425" spcFirstLastPara="1" rIns="91425" wrap="square" tIns="2286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Color</a:t>
            </a:r>
            <a:endParaRPr/>
          </a:p>
        </p:txBody>
      </p:sp>
      <p:sp>
        <p:nvSpPr>
          <p:cNvPr id="386" name="Google Shape;386;p50"/>
          <p:cNvSpPr txBox="1"/>
          <p:nvPr/>
        </p:nvSpPr>
        <p:spPr>
          <a:xfrm>
            <a:off x="4648200" y="3352800"/>
            <a:ext cx="1600200" cy="762000"/>
          </a:xfrm>
          <a:prstGeom prst="rect">
            <a:avLst/>
          </a:prstGeom>
          <a:solidFill>
            <a:srgbClr val="009999"/>
          </a:solidFill>
          <a:ln>
            <a:noFill/>
          </a:ln>
        </p:spPr>
        <p:txBody>
          <a:bodyPr anchorCtr="0" anchor="t" bIns="228600" lIns="91425" spcFirstLastPara="1" rIns="91425" wrap="square" tIns="2286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Position</a:t>
            </a:r>
            <a:endParaRPr/>
          </a:p>
        </p:txBody>
      </p:sp>
      <p:sp>
        <p:nvSpPr>
          <p:cNvPr id="387" name="Google Shape;387;p50"/>
          <p:cNvSpPr txBox="1"/>
          <p:nvPr/>
        </p:nvSpPr>
        <p:spPr>
          <a:xfrm>
            <a:off x="6400800" y="3352800"/>
            <a:ext cx="1600200" cy="762000"/>
          </a:xfrm>
          <a:prstGeom prst="rect">
            <a:avLst/>
          </a:prstGeom>
          <a:solidFill>
            <a:srgbClr val="666633"/>
          </a:solidFill>
          <a:ln>
            <a:noFill/>
          </a:ln>
        </p:spPr>
        <p:txBody>
          <a:bodyPr anchorCtr="0" anchor="t" bIns="228600" lIns="91425" spcFirstLastPara="1" rIns="91425" wrap="square" tIns="228600">
            <a:noAutofit/>
          </a:bodyPr>
          <a:lstStyle/>
          <a:p>
            <a:pPr indent="0" lvl="0" marL="0" marR="0" rtl="0" algn="ctr">
              <a:lnSpc>
                <a:spcPct val="100000"/>
              </a:lnSpc>
              <a:spcBef>
                <a:spcPts val="0"/>
              </a:spcBef>
              <a:spcAft>
                <a:spcPts val="0"/>
              </a:spcAft>
              <a:buClr>
                <a:schemeClr val="lt1"/>
              </a:buClr>
              <a:buSzPts val="2000"/>
              <a:buFont typeface="Arial"/>
              <a:buNone/>
            </a:pPr>
            <a:r>
              <a:rPr b="1" i="0" lang="en-US" sz="2000" u="none">
                <a:solidFill>
                  <a:schemeClr val="lt1"/>
                </a:solidFill>
                <a:latin typeface="Arial"/>
                <a:ea typeface="Arial"/>
                <a:cs typeface="Arial"/>
                <a:sym typeface="Arial"/>
              </a:rPr>
              <a:t>Novelty</a:t>
            </a:r>
            <a:endParaRPr/>
          </a:p>
        </p:txBody>
      </p:sp>
      <p:pic>
        <p:nvPicPr>
          <p:cNvPr id="388" name="Google Shape;388;p50"/>
          <p:cNvPicPr preferRelativeResize="0"/>
          <p:nvPr/>
        </p:nvPicPr>
        <p:blipFill rotWithShape="1">
          <a:blip r:embed="rId3">
            <a:alphaModFix/>
          </a:blip>
          <a:srcRect b="0" l="0" r="0" t="0"/>
          <a:stretch/>
        </p:blipFill>
        <p:spPr>
          <a:xfrm>
            <a:off x="609600" y="4460875"/>
            <a:ext cx="2819400" cy="2111375"/>
          </a:xfrm>
          <a:prstGeom prst="rect">
            <a:avLst/>
          </a:prstGeom>
          <a:noFill/>
          <a:ln>
            <a:noFill/>
          </a:ln>
        </p:spPr>
      </p:pic>
      <p:pic>
        <p:nvPicPr>
          <p:cNvPr id="389" name="Google Shape;389;p50"/>
          <p:cNvPicPr preferRelativeResize="0"/>
          <p:nvPr/>
        </p:nvPicPr>
        <p:blipFill rotWithShape="1">
          <a:blip r:embed="rId4">
            <a:alphaModFix/>
          </a:blip>
          <a:srcRect b="0" l="0" r="0" t="0"/>
          <a:stretch/>
        </p:blipFill>
        <p:spPr>
          <a:xfrm>
            <a:off x="5867400" y="4471988"/>
            <a:ext cx="2514600" cy="2185987"/>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3" name="Shape 393"/>
        <p:cNvGrpSpPr/>
        <p:nvPr/>
      </p:nvGrpSpPr>
      <p:grpSpPr>
        <a:xfrm>
          <a:off x="0" y="0"/>
          <a:ext cx="0" cy="0"/>
          <a:chOff x="0" y="0"/>
          <a:chExt cx="0" cy="0"/>
        </a:xfrm>
      </p:grpSpPr>
      <p:sp>
        <p:nvSpPr>
          <p:cNvPr id="394" name="Google Shape;394;p51"/>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Interpretação</a:t>
            </a:r>
            <a:endParaRPr/>
          </a:p>
        </p:txBody>
      </p:sp>
      <p:sp>
        <p:nvSpPr>
          <p:cNvPr id="395" name="Google Shape;395;p51"/>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folHlink"/>
              </a:buClr>
              <a:buSzPts val="3360"/>
              <a:buFont typeface="Arial"/>
              <a:buChar char="•"/>
            </a:pPr>
            <a:r>
              <a:rPr b="1" i="0" lang="en-US" sz="2800" u="none">
                <a:solidFill>
                  <a:srgbClr val="000066"/>
                </a:solidFill>
                <a:latin typeface="Arial"/>
                <a:ea typeface="Arial"/>
                <a:cs typeface="Arial"/>
                <a:sym typeface="Arial"/>
              </a:rPr>
              <a:t>Significado que atribuímos aos estímulos sensoriais</a:t>
            </a:r>
            <a:endParaRPr/>
          </a:p>
        </p:txBody>
      </p:sp>
      <p:pic>
        <p:nvPicPr>
          <p:cNvPr id="396" name="Google Shape;396;p51"/>
          <p:cNvPicPr preferRelativeResize="0"/>
          <p:nvPr/>
        </p:nvPicPr>
        <p:blipFill rotWithShape="1">
          <a:blip r:embed="rId3">
            <a:alphaModFix/>
          </a:blip>
          <a:srcRect b="0" l="0" r="0" t="0"/>
          <a:stretch/>
        </p:blipFill>
        <p:spPr>
          <a:xfrm>
            <a:off x="2743200" y="2895600"/>
            <a:ext cx="6043612" cy="3252787"/>
          </a:xfrm>
          <a:prstGeom prst="rect">
            <a:avLst/>
          </a:prstGeom>
          <a:noFill/>
          <a:ln>
            <a:noFill/>
          </a:ln>
        </p:spPr>
      </p:pic>
      <p:sp>
        <p:nvSpPr>
          <p:cNvPr id="397" name="Google Shape;397;p51"/>
          <p:cNvSpPr txBox="1"/>
          <p:nvPr/>
        </p:nvSpPr>
        <p:spPr>
          <a:xfrm>
            <a:off x="441325" y="3282950"/>
            <a:ext cx="1874400" cy="731700"/>
          </a:xfrm>
          <a:prstGeom prst="rect">
            <a:avLst/>
          </a:prstGeom>
          <a:noFill/>
          <a:ln>
            <a:noFill/>
          </a:ln>
        </p:spPr>
        <p:txBody>
          <a:bodyPr anchorCtr="0" anchor="t" bIns="228600" lIns="91425" spcFirstLastPara="1" rIns="91425" wrap="square" tIns="228600">
            <a:no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esquema</a:t>
            </a:r>
            <a:endParaRPr/>
          </a:p>
        </p:txBody>
      </p:sp>
      <p:sp>
        <p:nvSpPr>
          <p:cNvPr id="398" name="Google Shape;398;p51"/>
          <p:cNvSpPr txBox="1"/>
          <p:nvPr/>
        </p:nvSpPr>
        <p:spPr>
          <a:xfrm>
            <a:off x="228600" y="6126162"/>
            <a:ext cx="7118350" cy="731837"/>
          </a:xfrm>
          <a:prstGeom prst="rect">
            <a:avLst/>
          </a:prstGeom>
          <a:noFill/>
          <a:ln>
            <a:noFill/>
          </a:ln>
        </p:spPr>
        <p:txBody>
          <a:bodyPr anchorCtr="0" anchor="t" bIns="228600" lIns="91425" spcFirstLastPara="1" rIns="91425" wrap="square" tIns="228600">
            <a:no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Priming: certas propriedades de um estímulo evocarão um esquema</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2" name="Shape 402"/>
        <p:cNvGrpSpPr/>
        <p:nvPr/>
      </p:nvGrpSpPr>
      <p:grpSpPr>
        <a:xfrm>
          <a:off x="0" y="0"/>
          <a:ext cx="0" cy="0"/>
          <a:chOff x="0" y="0"/>
          <a:chExt cx="0" cy="0"/>
        </a:xfrm>
      </p:grpSpPr>
      <p:sp>
        <p:nvSpPr>
          <p:cNvPr id="403" name="Google Shape;403;p52"/>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Priming  (propriedades de um estímulo evocarão um esquema) </a:t>
            </a:r>
            <a:endParaRPr/>
          </a:p>
        </p:txBody>
      </p:sp>
      <p:sp>
        <p:nvSpPr>
          <p:cNvPr descr="9k=" id="404" name="Google Shape;404;p52"/>
          <p:cNvSpPr txBox="1"/>
          <p:nvPr/>
        </p:nvSpPr>
        <p:spPr>
          <a:xfrm>
            <a:off x="4419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pic>
        <p:nvPicPr>
          <p:cNvPr id="405" name="Google Shape;405;p52"/>
          <p:cNvPicPr preferRelativeResize="0"/>
          <p:nvPr/>
        </p:nvPicPr>
        <p:blipFill rotWithShape="1">
          <a:blip r:embed="rId3">
            <a:alphaModFix/>
          </a:blip>
          <a:srcRect b="0" l="0" r="0" t="0"/>
          <a:stretch/>
        </p:blipFill>
        <p:spPr>
          <a:xfrm>
            <a:off x="3933825" y="2093913"/>
            <a:ext cx="5210175" cy="3392487"/>
          </a:xfrm>
          <a:prstGeom prst="rect">
            <a:avLst/>
          </a:prstGeom>
          <a:noFill/>
          <a:ln>
            <a:noFill/>
          </a:ln>
        </p:spPr>
      </p:pic>
      <p:pic>
        <p:nvPicPr>
          <p:cNvPr id="406" name="Google Shape;406;p52"/>
          <p:cNvPicPr preferRelativeResize="0"/>
          <p:nvPr/>
        </p:nvPicPr>
        <p:blipFill rotWithShape="1">
          <a:blip r:embed="rId4">
            <a:alphaModFix/>
          </a:blip>
          <a:srcRect b="0" l="0" r="0" t="0"/>
          <a:stretch/>
        </p:blipFill>
        <p:spPr>
          <a:xfrm>
            <a:off x="304800" y="1981200"/>
            <a:ext cx="3581400" cy="3886200"/>
          </a:xfrm>
          <a:prstGeom prst="rect">
            <a:avLst/>
          </a:prstGeom>
          <a:noFill/>
          <a:ln>
            <a:noFill/>
          </a:ln>
        </p:spPr>
      </p:pic>
    </p:spTree>
  </p:cSld>
  <p:clrMapOvr>
    <a:masterClrMapping/>
  </p:clrMapOvr>
  <p:transition spd="slow">
    <p:fade/>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3"/>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Semiotics</a:t>
            </a:r>
            <a:endParaRPr/>
          </a:p>
        </p:txBody>
      </p:sp>
      <p:sp>
        <p:nvSpPr>
          <p:cNvPr id="412" name="Google Shape;412;p53"/>
          <p:cNvSpPr txBox="1"/>
          <p:nvPr>
            <p:ph idx="1" type="body"/>
          </p:nvPr>
        </p:nvSpPr>
        <p:spPr>
          <a:xfrm>
            <a:off x="457200" y="1371600"/>
            <a:ext cx="8077200" cy="4759325"/>
          </a:xfrm>
          <a:prstGeom prst="rect">
            <a:avLst/>
          </a:prstGeom>
          <a:noFill/>
          <a:ln>
            <a:noFill/>
          </a:ln>
        </p:spPr>
        <p:txBody>
          <a:bodyPr anchorCtr="0" anchor="t" bIns="45700" lIns="91425" spcFirstLastPara="1" rIns="91425" wrap="square" tIns="45700">
            <a:noAutofit/>
          </a:bodyPr>
          <a:lstStyle/>
          <a:p>
            <a:pPr indent="-129540" lvl="0" marL="342900" rtl="0" algn="l">
              <a:lnSpc>
                <a:spcPct val="90000"/>
              </a:lnSpc>
              <a:spcBef>
                <a:spcPts val="0"/>
              </a:spcBef>
              <a:spcAft>
                <a:spcPts val="0"/>
              </a:spcAft>
              <a:buClr>
                <a:schemeClr val="folHlink"/>
              </a:buClr>
              <a:buSzPts val="3360"/>
              <a:buFont typeface="Arial"/>
              <a:buNone/>
            </a:pPr>
            <a:r>
              <a:t/>
            </a:r>
            <a:endParaRPr b="1" i="0" sz="2800" u="none">
              <a:solidFill>
                <a:srgbClr val="000066"/>
              </a:solidFill>
              <a:latin typeface="Arial"/>
              <a:ea typeface="Arial"/>
              <a:cs typeface="Arial"/>
              <a:sym typeface="Arial"/>
            </a:endParaRPr>
          </a:p>
          <a:p>
            <a:pPr indent="-129540" lvl="0" marL="342900" rtl="0" algn="l">
              <a:lnSpc>
                <a:spcPct val="90000"/>
              </a:lnSpc>
              <a:spcBef>
                <a:spcPts val="1120"/>
              </a:spcBef>
              <a:spcAft>
                <a:spcPts val="0"/>
              </a:spcAft>
              <a:buClr>
                <a:schemeClr val="folHlink"/>
              </a:buClr>
              <a:buSzPts val="3360"/>
              <a:buFont typeface="Arial"/>
              <a:buNone/>
            </a:pPr>
            <a:r>
              <a:t/>
            </a:r>
            <a:endParaRPr b="1" i="0" sz="2800" u="none">
              <a:solidFill>
                <a:srgbClr val="000066"/>
              </a:solidFill>
              <a:latin typeface="Arial"/>
              <a:ea typeface="Arial"/>
              <a:cs typeface="Arial"/>
              <a:sym typeface="Arial"/>
            </a:endParaRPr>
          </a:p>
          <a:p>
            <a:pPr indent="-342900" lvl="0" marL="342900" rtl="0" algn="l">
              <a:lnSpc>
                <a:spcPct val="90000"/>
              </a:lnSpc>
              <a:spcBef>
                <a:spcPts val="1120"/>
              </a:spcBef>
              <a:spcAft>
                <a:spcPts val="0"/>
              </a:spcAft>
              <a:buClr>
                <a:schemeClr val="folHlink"/>
              </a:buClr>
              <a:buSzPts val="3360"/>
              <a:buFont typeface="Arial"/>
              <a:buChar char="•"/>
            </a:pPr>
            <a:r>
              <a:rPr b="1" i="0" lang="en-US" sz="2800" u="none">
                <a:solidFill>
                  <a:srgbClr val="000066"/>
                </a:solidFill>
                <a:latin typeface="Arial"/>
                <a:ea typeface="Arial"/>
                <a:cs typeface="Arial"/>
                <a:sym typeface="Arial"/>
              </a:rPr>
              <a:t>Semiotics: correspondence between signs and symbols and their role in the assignment of meaning</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4"/>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Semiotic Relationships</a:t>
            </a:r>
            <a:endParaRPr/>
          </a:p>
        </p:txBody>
      </p:sp>
      <p:pic>
        <p:nvPicPr>
          <p:cNvPr id="418" name="Google Shape;418;p54"/>
          <p:cNvPicPr preferRelativeResize="0"/>
          <p:nvPr/>
        </p:nvPicPr>
        <p:blipFill rotWithShape="1">
          <a:blip r:embed="rId3">
            <a:alphaModFix/>
          </a:blip>
          <a:srcRect b="0" l="0" r="0" t="0"/>
          <a:stretch/>
        </p:blipFill>
        <p:spPr>
          <a:xfrm>
            <a:off x="304800" y="1447800"/>
            <a:ext cx="5562600" cy="4648200"/>
          </a:xfrm>
          <a:prstGeom prst="rect">
            <a:avLst/>
          </a:prstGeom>
          <a:noFill/>
          <a:ln>
            <a:noFill/>
          </a:ln>
        </p:spPr>
      </p:pic>
      <p:pic>
        <p:nvPicPr>
          <p:cNvPr id="419" name="Google Shape;419;p54"/>
          <p:cNvPicPr preferRelativeResize="0"/>
          <p:nvPr/>
        </p:nvPicPr>
        <p:blipFill rotWithShape="1">
          <a:blip r:embed="rId4">
            <a:alphaModFix/>
          </a:blip>
          <a:srcRect b="0" l="0" r="0" t="0"/>
          <a:stretch/>
        </p:blipFill>
        <p:spPr>
          <a:xfrm>
            <a:off x="6286500" y="1550987"/>
            <a:ext cx="2857500" cy="3790950"/>
          </a:xfrm>
          <a:prstGeom prst="rect">
            <a:avLst/>
          </a:prstGeom>
          <a:noFill/>
          <a:ln>
            <a:noFill/>
          </a:ln>
        </p:spPr>
      </p:pic>
      <p:pic>
        <p:nvPicPr>
          <p:cNvPr id="420" name="Google Shape;420;p54"/>
          <p:cNvPicPr preferRelativeResize="0"/>
          <p:nvPr/>
        </p:nvPicPr>
        <p:blipFill>
          <a:blip r:embed="rId5">
            <a:alphaModFix/>
          </a:blip>
          <a:stretch>
            <a:fillRect/>
          </a:stretch>
        </p:blipFill>
        <p:spPr>
          <a:xfrm>
            <a:off x="457200" y="3185650"/>
            <a:ext cx="1172500" cy="1172500"/>
          </a:xfrm>
          <a:prstGeom prst="rect">
            <a:avLst/>
          </a:prstGeom>
          <a:noFill/>
          <a:ln>
            <a:noFill/>
          </a:ln>
        </p:spPr>
      </p:pic>
      <p:sp>
        <p:nvSpPr>
          <p:cNvPr id="421" name="Google Shape;421;p54"/>
          <p:cNvSpPr txBox="1"/>
          <p:nvPr/>
        </p:nvSpPr>
        <p:spPr>
          <a:xfrm>
            <a:off x="4145775" y="2051500"/>
            <a:ext cx="970200" cy="61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Leite Ninho</a:t>
            </a:r>
            <a:endParaRPr/>
          </a:p>
        </p:txBody>
      </p:sp>
      <p:sp>
        <p:nvSpPr>
          <p:cNvPr id="422" name="Google Shape;422;p54"/>
          <p:cNvSpPr txBox="1"/>
          <p:nvPr/>
        </p:nvSpPr>
        <p:spPr>
          <a:xfrm>
            <a:off x="4697050" y="4058175"/>
            <a:ext cx="970200" cy="49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Cuidado</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6" name="Shape 426"/>
        <p:cNvGrpSpPr/>
        <p:nvPr/>
      </p:nvGrpSpPr>
      <p:grpSpPr>
        <a:xfrm>
          <a:off x="0" y="0"/>
          <a:ext cx="0" cy="0"/>
          <a:chOff x="0" y="0"/>
          <a:chExt cx="0" cy="0"/>
        </a:xfrm>
      </p:grpSpPr>
      <p:sp>
        <p:nvSpPr>
          <p:cNvPr id="427" name="Google Shape;427;p55"/>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Gestalt</a:t>
            </a:r>
            <a:endParaRPr/>
          </a:p>
        </p:txBody>
      </p:sp>
      <p:sp>
        <p:nvSpPr>
          <p:cNvPr id="428" name="Google Shape;428;p55"/>
          <p:cNvSpPr txBox="1"/>
          <p:nvPr>
            <p:ph idx="1" type="body"/>
          </p:nvPr>
        </p:nvSpPr>
        <p:spPr>
          <a:xfrm>
            <a:off x="457200" y="1371600"/>
            <a:ext cx="3886200" cy="4759325"/>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folHlink"/>
              </a:buClr>
              <a:buSzPts val="2880"/>
              <a:buFont typeface="Arial"/>
              <a:buChar char="•"/>
            </a:pPr>
            <a:r>
              <a:rPr b="0" i="0" lang="en-US" sz="2400" u="none">
                <a:solidFill>
                  <a:srgbClr val="000066"/>
                </a:solidFill>
                <a:latin typeface="Arial"/>
                <a:ea typeface="Arial"/>
                <a:cs typeface="Arial"/>
                <a:sym typeface="Arial"/>
              </a:rPr>
              <a:t>Cérebro tende a relacionar sensações novas com outras já armazenadas na memória.</a:t>
            </a:r>
            <a:endParaRPr/>
          </a:p>
          <a:p>
            <a:pPr indent="-342900" lvl="0" marL="342900" rtl="0" algn="l">
              <a:lnSpc>
                <a:spcPct val="100000"/>
              </a:lnSpc>
              <a:spcBef>
                <a:spcPts val="960"/>
              </a:spcBef>
              <a:spcAft>
                <a:spcPts val="0"/>
              </a:spcAft>
              <a:buClr>
                <a:schemeClr val="folHlink"/>
              </a:buClr>
              <a:buSzPts val="2880"/>
              <a:buFont typeface="Arial"/>
              <a:buChar char="•"/>
            </a:pPr>
            <a:r>
              <a:rPr b="0" i="0" lang="en-US" sz="2400" u="none">
                <a:solidFill>
                  <a:srgbClr val="000066"/>
                </a:solidFill>
                <a:latin typeface="Arial"/>
                <a:ea typeface="Arial"/>
                <a:cs typeface="Arial"/>
                <a:sym typeface="Arial"/>
              </a:rPr>
              <a:t>o princípio básico da teoria gestaltista é que </a:t>
            </a:r>
            <a:r>
              <a:rPr b="1" i="0" lang="en-US" sz="2400" u="none">
                <a:solidFill>
                  <a:srgbClr val="000066"/>
                </a:solidFill>
                <a:latin typeface="Arial"/>
                <a:ea typeface="Arial"/>
                <a:cs typeface="Arial"/>
                <a:sym typeface="Arial"/>
              </a:rPr>
              <a:t>o inteiro é interpretado de maneira diferente que a soma de suas partes </a:t>
            </a:r>
            <a:endParaRPr/>
          </a:p>
          <a:p>
            <a:pPr indent="-160020" lvl="0" marL="342900" rtl="0" algn="l">
              <a:spcBef>
                <a:spcPts val="960"/>
              </a:spcBef>
              <a:spcAft>
                <a:spcPts val="0"/>
              </a:spcAft>
              <a:buSzPts val="2880"/>
              <a:buFont typeface="Arial"/>
              <a:buNone/>
            </a:pPr>
            <a:r>
              <a:t/>
            </a:r>
            <a:endParaRPr b="1" i="0" sz="2400" u="none">
              <a:solidFill>
                <a:srgbClr val="000066"/>
              </a:solidFill>
              <a:latin typeface="Arial"/>
              <a:ea typeface="Arial"/>
              <a:cs typeface="Arial"/>
              <a:sym typeface="Arial"/>
            </a:endParaRPr>
          </a:p>
        </p:txBody>
      </p:sp>
      <p:pic>
        <p:nvPicPr>
          <p:cNvPr id="429" name="Google Shape;429;p55"/>
          <p:cNvPicPr preferRelativeResize="0"/>
          <p:nvPr/>
        </p:nvPicPr>
        <p:blipFill rotWithShape="1">
          <a:blip r:embed="rId3">
            <a:alphaModFix/>
          </a:blip>
          <a:srcRect b="0" l="0" r="0" t="0"/>
          <a:stretch/>
        </p:blipFill>
        <p:spPr>
          <a:xfrm>
            <a:off x="4800600" y="1219200"/>
            <a:ext cx="3962400" cy="5418138"/>
          </a:xfrm>
          <a:prstGeom prst="rect">
            <a:avLst/>
          </a:prstGeom>
          <a:noFill/>
          <a:ln>
            <a:noFill/>
          </a:ln>
        </p:spPr>
      </p:pic>
      <p:sp>
        <p:nvSpPr>
          <p:cNvPr id="430" name="Google Shape;430;p55"/>
          <p:cNvSpPr txBox="1"/>
          <p:nvPr/>
        </p:nvSpPr>
        <p:spPr>
          <a:xfrm>
            <a:off x="384175" y="6178550"/>
            <a:ext cx="4416425" cy="3698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0" i="0" lang="en-US" sz="1800" u="sng">
                <a:solidFill>
                  <a:schemeClr val="dk1"/>
                </a:solidFill>
                <a:latin typeface="Arial"/>
                <a:ea typeface="Arial"/>
                <a:cs typeface="Arial"/>
                <a:sym typeface="Arial"/>
                <a:hlinkClick r:id="rId4">
                  <a:extLst>
                    <a:ext uri="{A12FA001-AC4F-418D-AE19-62706E023703}">
                      <ahyp:hlinkClr val="tx"/>
                    </a:ext>
                  </a:extLst>
                </a:hlinkClick>
              </a:rPr>
              <a:t>http://chocoladesign.com/o-que-e-gestalt</a:t>
            </a:r>
            <a:r>
              <a:rPr b="0" i="0" lang="en-US" sz="1800" u="none">
                <a:solidFill>
                  <a:schemeClr val="dk1"/>
                </a:solidFill>
                <a:latin typeface="Arial"/>
                <a:ea typeface="Arial"/>
                <a:cs typeface="Arial"/>
                <a:sym typeface="Arial"/>
              </a:rPr>
              <a:t> </a:t>
            </a:r>
            <a:endParaRPr/>
          </a:p>
        </p:txBody>
      </p:sp>
    </p:spTree>
  </p:cSld>
  <p:clrMapOvr>
    <a:masterClrMapping/>
  </p:clrMapOvr>
  <p:transition spd="slow">
    <p:fade/>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4" name="Shape 434"/>
        <p:cNvGrpSpPr/>
        <p:nvPr/>
      </p:nvGrpSpPr>
      <p:grpSpPr>
        <a:xfrm>
          <a:off x="0" y="0"/>
          <a:ext cx="0" cy="0"/>
          <a:chOff x="0" y="0"/>
          <a:chExt cx="0" cy="0"/>
        </a:xfrm>
      </p:grpSpPr>
      <p:sp>
        <p:nvSpPr>
          <p:cNvPr id="435" name="Google Shape;435;p56"/>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Princípio da complementação</a:t>
            </a:r>
            <a:endParaRPr/>
          </a:p>
        </p:txBody>
      </p:sp>
      <p:sp>
        <p:nvSpPr>
          <p:cNvPr id="436" name="Google Shape;436;p56"/>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pic>
        <p:nvPicPr>
          <p:cNvPr id="437" name="Google Shape;437;p56"/>
          <p:cNvPicPr preferRelativeResize="0"/>
          <p:nvPr/>
        </p:nvPicPr>
        <p:blipFill rotWithShape="1">
          <a:blip r:embed="rId3">
            <a:alphaModFix/>
          </a:blip>
          <a:srcRect b="0" l="0" r="0" t="0"/>
          <a:stretch/>
        </p:blipFill>
        <p:spPr>
          <a:xfrm>
            <a:off x="1195387" y="2133600"/>
            <a:ext cx="2857500" cy="2857500"/>
          </a:xfrm>
          <a:prstGeom prst="rect">
            <a:avLst/>
          </a:prstGeom>
          <a:noFill/>
          <a:ln>
            <a:noFill/>
          </a:ln>
        </p:spPr>
      </p:pic>
      <p:pic>
        <p:nvPicPr>
          <p:cNvPr id="438" name="Google Shape;438;p56"/>
          <p:cNvPicPr preferRelativeResize="0"/>
          <p:nvPr/>
        </p:nvPicPr>
        <p:blipFill rotWithShape="1">
          <a:blip r:embed="rId4">
            <a:alphaModFix/>
          </a:blip>
          <a:srcRect b="0" l="0" r="0" t="0"/>
          <a:stretch/>
        </p:blipFill>
        <p:spPr>
          <a:xfrm>
            <a:off x="5867400" y="1946275"/>
            <a:ext cx="2152650" cy="3232150"/>
          </a:xfrm>
          <a:prstGeom prst="rect">
            <a:avLst/>
          </a:prstGeom>
          <a:noFill/>
          <a:ln>
            <a:noFill/>
          </a:ln>
        </p:spPr>
      </p:pic>
    </p:spTree>
  </p:cSld>
  <p:clrMapOvr>
    <a:masterClrMapping/>
  </p:clrMapOvr>
  <p:transition spd="slow">
    <p:fade/>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2" name="Shape 442"/>
        <p:cNvGrpSpPr/>
        <p:nvPr/>
      </p:nvGrpSpPr>
      <p:grpSpPr>
        <a:xfrm>
          <a:off x="0" y="0"/>
          <a:ext cx="0" cy="0"/>
          <a:chOff x="0" y="0"/>
          <a:chExt cx="0" cy="0"/>
        </a:xfrm>
      </p:grpSpPr>
      <p:sp>
        <p:nvSpPr>
          <p:cNvPr id="443" name="Google Shape;443;p57"/>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Princípio da figura fundo</a:t>
            </a:r>
            <a:endParaRPr/>
          </a:p>
        </p:txBody>
      </p:sp>
      <p:sp>
        <p:nvSpPr>
          <p:cNvPr id="444" name="Google Shape;444;p57"/>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pic>
        <p:nvPicPr>
          <p:cNvPr id="445" name="Google Shape;445;p57"/>
          <p:cNvPicPr preferRelativeResize="0"/>
          <p:nvPr/>
        </p:nvPicPr>
        <p:blipFill rotWithShape="1">
          <a:blip r:embed="rId3">
            <a:alphaModFix/>
          </a:blip>
          <a:srcRect b="0" l="0" r="0" t="0"/>
          <a:stretch/>
        </p:blipFill>
        <p:spPr>
          <a:xfrm>
            <a:off x="609600" y="1524000"/>
            <a:ext cx="4495800" cy="4454525"/>
          </a:xfrm>
          <a:prstGeom prst="rect">
            <a:avLst/>
          </a:prstGeom>
          <a:noFill/>
          <a:ln>
            <a:noFill/>
          </a:ln>
        </p:spPr>
      </p:pic>
      <p:pic>
        <p:nvPicPr>
          <p:cNvPr id="446" name="Google Shape;446;p57"/>
          <p:cNvPicPr preferRelativeResize="0"/>
          <p:nvPr/>
        </p:nvPicPr>
        <p:blipFill rotWithShape="1">
          <a:blip r:embed="rId4">
            <a:alphaModFix/>
          </a:blip>
          <a:srcRect b="0" l="0" r="0" t="0"/>
          <a:stretch/>
        </p:blipFill>
        <p:spPr>
          <a:xfrm>
            <a:off x="5424487" y="1066800"/>
            <a:ext cx="3567112" cy="5186362"/>
          </a:xfrm>
          <a:prstGeom prst="rect">
            <a:avLst/>
          </a:prstGeom>
          <a:noFill/>
          <a:ln>
            <a:noFill/>
          </a:ln>
        </p:spPr>
      </p:pic>
    </p:spTree>
  </p:cSld>
  <p:clrMapOvr>
    <a:masterClrMapping/>
  </p:clrMapOvr>
  <p:transition spd="slow">
    <p:fade/>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0" name="Shape 450"/>
        <p:cNvGrpSpPr/>
        <p:nvPr/>
      </p:nvGrpSpPr>
      <p:grpSpPr>
        <a:xfrm>
          <a:off x="0" y="0"/>
          <a:ext cx="0" cy="0"/>
          <a:chOff x="0" y="0"/>
          <a:chExt cx="0" cy="0"/>
        </a:xfrm>
      </p:grpSpPr>
      <p:sp>
        <p:nvSpPr>
          <p:cNvPr id="451" name="Google Shape;451;p58"/>
          <p:cNvSpPr txBox="1"/>
          <p:nvPr>
            <p:ph type="title"/>
          </p:nvPr>
        </p:nvSpPr>
        <p:spPr>
          <a:xfrm>
            <a:off x="457200" y="277812"/>
            <a:ext cx="8229600" cy="865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CC0066"/>
              </a:buClr>
              <a:buSzPts val="3200"/>
              <a:buFont typeface="Arial"/>
              <a:buNone/>
            </a:pPr>
            <a:r>
              <a:rPr b="1" i="0" lang="en-US" sz="3200" u="none">
                <a:solidFill>
                  <a:srgbClr val="CC0066"/>
                </a:solidFill>
                <a:latin typeface="Arial"/>
                <a:ea typeface="Arial"/>
                <a:cs typeface="Arial"/>
                <a:sym typeface="Arial"/>
              </a:rPr>
              <a:t>Princípio da similaridade</a:t>
            </a:r>
            <a:endParaRPr/>
          </a:p>
        </p:txBody>
      </p:sp>
      <p:sp>
        <p:nvSpPr>
          <p:cNvPr id="452" name="Google Shape;452;p58"/>
          <p:cNvSpPr txBox="1"/>
          <p:nvPr>
            <p:ph idx="1" type="body"/>
          </p:nvPr>
        </p:nvSpPr>
        <p:spPr>
          <a:xfrm>
            <a:off x="457200" y="1371600"/>
            <a:ext cx="8229600" cy="4759325"/>
          </a:xfrm>
          <a:prstGeom prst="rect">
            <a:avLst/>
          </a:prstGeom>
          <a:noFill/>
          <a:ln>
            <a:noFill/>
          </a:ln>
        </p:spPr>
        <p:txBody>
          <a:bodyPr anchorCtr="0" anchor="t" bIns="45700" lIns="91425" spcFirstLastPara="1" rIns="91425" wrap="square" tIns="45700">
            <a:noAutofit/>
          </a:bodyPr>
          <a:lstStyle/>
          <a:p>
            <a:pPr indent="-160020" lvl="0" marL="342900" marR="0" rtl="0" algn="l">
              <a:spcBef>
                <a:spcPts val="0"/>
              </a:spcBef>
              <a:spcAft>
                <a:spcPts val="0"/>
              </a:spcAft>
              <a:buClr>
                <a:schemeClr val="folHlink"/>
              </a:buClr>
              <a:buSzPts val="2880"/>
              <a:buFont typeface="Arial"/>
              <a:buNone/>
            </a:pPr>
            <a:r>
              <a:t/>
            </a:r>
            <a:endParaRPr b="1" sz="2400">
              <a:solidFill>
                <a:srgbClr val="000066"/>
              </a:solidFill>
              <a:latin typeface="Arial"/>
              <a:ea typeface="Arial"/>
              <a:cs typeface="Arial"/>
              <a:sym typeface="Arial"/>
            </a:endParaRPr>
          </a:p>
        </p:txBody>
      </p:sp>
      <p:pic>
        <p:nvPicPr>
          <p:cNvPr id="453" name="Google Shape;453;p58"/>
          <p:cNvPicPr preferRelativeResize="0"/>
          <p:nvPr/>
        </p:nvPicPr>
        <p:blipFill rotWithShape="1">
          <a:blip r:embed="rId3">
            <a:alphaModFix/>
          </a:blip>
          <a:srcRect b="0" l="0" r="0" t="0"/>
          <a:stretch/>
        </p:blipFill>
        <p:spPr>
          <a:xfrm>
            <a:off x="2362200" y="2176462"/>
            <a:ext cx="4419600" cy="2505075"/>
          </a:xfrm>
          <a:prstGeom prst="rect">
            <a:avLst/>
          </a:prstGeom>
          <a:noFill/>
          <a:ln>
            <a:noFill/>
          </a:ln>
        </p:spPr>
      </p:pic>
    </p:spTree>
  </p:cSld>
  <p:clrMapOvr>
    <a:masterClrMapping/>
  </p:clrMapOvr>
  <p:transition spd="slow">
    <p:fade/>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4_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5_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_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_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